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D8B36D-752D-4871-8537-55D7910C1461}" v="422" dt="2026-09-23T00:49:04.3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len Miu" userId="f62f0ed5c0081619" providerId="LiveId" clId="{2261F621-4558-4404-AD4B-2B7A9F3D20B3}"/>
    <pc:docChg chg="undo custSel addSld delSld modSld">
      <pc:chgData name="Helen Miu" userId="f62f0ed5c0081619" providerId="LiveId" clId="{2261F621-4558-4404-AD4B-2B7A9F3D20B3}" dt="2026-09-23T00:49:04.338" v="874"/>
      <pc:docMkLst>
        <pc:docMk/>
      </pc:docMkLst>
      <pc:sldChg chg="delSp modSp mod modAnim">
        <pc:chgData name="Helen Miu" userId="f62f0ed5c0081619" providerId="LiveId" clId="{2261F621-4558-4404-AD4B-2B7A9F3D20B3}" dt="2026-09-23T00:49:04.338" v="874"/>
        <pc:sldMkLst>
          <pc:docMk/>
          <pc:sldMk cId="0" sldId="258"/>
        </pc:sldMkLst>
        <pc:spChg chg="mod">
          <ac:chgData name="Helen Miu" userId="f62f0ed5c0081619" providerId="LiveId" clId="{2261F621-4558-4404-AD4B-2B7A9F3D20B3}" dt="2026-09-23T00:41:15.479" v="565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41:18.642" v="569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Helen Miu" userId="f62f0ed5c0081619" providerId="LiveId" clId="{2261F621-4558-4404-AD4B-2B7A9F3D20B3}" dt="2026-09-23T00:48:26.639" v="864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Helen Miu" userId="f62f0ed5c0081619" providerId="LiveId" clId="{2261F621-4558-4404-AD4B-2B7A9F3D20B3}" dt="2026-09-23T00:48:43.533" v="868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48:35.438" v="867" actId="403"/>
          <ac:spMkLst>
            <pc:docMk/>
            <pc:sldMk cId="0" sldId="258"/>
            <ac:spMk id="17" creationId="{00000000-0000-0000-0000-000000000000}"/>
          </ac:spMkLst>
        </pc:spChg>
        <pc:spChg chg="del">
          <ac:chgData name="Helen Miu" userId="f62f0ed5c0081619" providerId="LiveId" clId="{2261F621-4558-4404-AD4B-2B7A9F3D20B3}" dt="2026-09-23T00:42:00.126" v="576" actId="478"/>
          <ac:spMkLst>
            <pc:docMk/>
            <pc:sldMk cId="0" sldId="258"/>
            <ac:spMk id="18" creationId="{00000000-0000-0000-0000-000000000000}"/>
          </ac:spMkLst>
        </pc:spChg>
      </pc:sldChg>
      <pc:sldChg chg="delSp modSp mod modAnim">
        <pc:chgData name="Helen Miu" userId="f62f0ed5c0081619" providerId="LiveId" clId="{2261F621-4558-4404-AD4B-2B7A9F3D20B3}" dt="2026-09-23T00:44:01.828" v="648" actId="403"/>
        <pc:sldMkLst>
          <pc:docMk/>
          <pc:sldMk cId="0" sldId="259"/>
        </pc:sldMkLst>
        <pc:spChg chg="mod">
          <ac:chgData name="Helen Miu" userId="f62f0ed5c0081619" providerId="LiveId" clId="{2261F621-4558-4404-AD4B-2B7A9F3D20B3}" dt="2026-09-23T00:43:47.799" v="636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43:36.213" v="612" actId="403"/>
          <ac:spMkLst>
            <pc:docMk/>
            <pc:sldMk cId="0" sldId="259"/>
            <ac:spMk id="12" creationId="{00000000-0000-0000-0000-000000000000}"/>
          </ac:spMkLst>
        </pc:spChg>
        <pc:spChg chg="mod">
          <ac:chgData name="Helen Miu" userId="f62f0ed5c0081619" providerId="LiveId" clId="{2261F621-4558-4404-AD4B-2B7A9F3D20B3}" dt="2026-09-23T00:43:59.301" v="647" actId="403"/>
          <ac:spMkLst>
            <pc:docMk/>
            <pc:sldMk cId="0" sldId="259"/>
            <ac:spMk id="13" creationId="{00000000-0000-0000-0000-000000000000}"/>
          </ac:spMkLst>
        </pc:spChg>
        <pc:spChg chg="mod">
          <ac:chgData name="Helen Miu" userId="f62f0ed5c0081619" providerId="LiveId" clId="{2261F621-4558-4404-AD4B-2B7A9F3D20B3}" dt="2026-09-23T00:44:01.828" v="648" actId="403"/>
          <ac:spMkLst>
            <pc:docMk/>
            <pc:sldMk cId="0" sldId="259"/>
            <ac:spMk id="14" creationId="{00000000-0000-0000-0000-000000000000}"/>
          </ac:spMkLst>
        </pc:spChg>
        <pc:spChg chg="del mod">
          <ac:chgData name="Helen Miu" userId="f62f0ed5c0081619" providerId="LiveId" clId="{2261F621-4558-4404-AD4B-2B7A9F3D20B3}" dt="2026-09-23T00:43:24.380" v="606" actId="478"/>
          <ac:spMkLst>
            <pc:docMk/>
            <pc:sldMk cId="0" sldId="259"/>
            <ac:spMk id="15" creationId="{00000000-0000-0000-0000-000000000000}"/>
          </ac:spMkLst>
        </pc:spChg>
      </pc:sldChg>
      <pc:sldChg chg="modSp mod modAnim">
        <pc:chgData name="Helen Miu" userId="f62f0ed5c0081619" providerId="LiveId" clId="{2261F621-4558-4404-AD4B-2B7A9F3D20B3}" dt="2026-09-23T00:47:06.249" v="790" actId="20577"/>
        <pc:sldMkLst>
          <pc:docMk/>
          <pc:sldMk cId="0" sldId="260"/>
        </pc:sldMkLst>
        <pc:spChg chg="mod">
          <ac:chgData name="Helen Miu" userId="f62f0ed5c0081619" providerId="LiveId" clId="{2261F621-4558-4404-AD4B-2B7A9F3D20B3}" dt="2026-09-23T00:46:05.809" v="676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Helen Miu" userId="f62f0ed5c0081619" providerId="LiveId" clId="{2261F621-4558-4404-AD4B-2B7A9F3D20B3}" dt="2026-09-23T00:46:21.186" v="683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Helen Miu" userId="f62f0ed5c0081619" providerId="LiveId" clId="{2261F621-4558-4404-AD4B-2B7A9F3D20B3}" dt="2026-09-23T00:47:06.249" v="790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Helen Miu" userId="f62f0ed5c0081619" providerId="LiveId" clId="{2261F621-4558-4404-AD4B-2B7A9F3D20B3}" dt="2026-09-23T00:44:26.523" v="657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 delAnim modAnim">
        <pc:chgData name="Helen Miu" userId="f62f0ed5c0081619" providerId="LiveId" clId="{2261F621-4558-4404-AD4B-2B7A9F3D20B3}" dt="2026-09-23T00:29:41.744" v="268" actId="14100"/>
        <pc:sldMkLst>
          <pc:docMk/>
          <pc:sldMk cId="0" sldId="261"/>
        </pc:sldMkLst>
        <pc:spChg chg="mod">
          <ac:chgData name="Helen Miu" userId="f62f0ed5c0081619" providerId="LiveId" clId="{2261F621-4558-4404-AD4B-2B7A9F3D20B3}" dt="2026-09-23T00:26:12.039" v="219" actId="20577"/>
          <ac:spMkLst>
            <pc:docMk/>
            <pc:sldMk cId="0" sldId="261"/>
            <ac:spMk id="4" creationId="{00000000-0000-0000-0000-000000000000}"/>
          </ac:spMkLst>
        </pc:spChg>
        <pc:spChg chg="mod">
          <ac:chgData name="Helen Miu" userId="f62f0ed5c0081619" providerId="LiveId" clId="{2261F621-4558-4404-AD4B-2B7A9F3D20B3}" dt="2026-09-22T23:55:25.424" v="59" actId="403"/>
          <ac:spMkLst>
            <pc:docMk/>
            <pc:sldMk cId="0" sldId="261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23:17.070" v="149" actId="1076"/>
          <ac:spMkLst>
            <pc:docMk/>
            <pc:sldMk cId="0" sldId="261"/>
            <ac:spMk id="13" creationId="{00000000-0000-0000-0000-000000000000}"/>
          </ac:spMkLst>
        </pc:spChg>
        <pc:spChg chg="del">
          <ac:chgData name="Helen Miu" userId="f62f0ed5c0081619" providerId="LiveId" clId="{2261F621-4558-4404-AD4B-2B7A9F3D20B3}" dt="2026-09-23T00:23:26.475" v="154" actId="478"/>
          <ac:spMkLst>
            <pc:docMk/>
            <pc:sldMk cId="0" sldId="261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23:25.908" v="153" actId="478"/>
          <ac:spMkLst>
            <pc:docMk/>
            <pc:sldMk cId="0" sldId="261"/>
            <ac:spMk id="15" creationId="{00000000-0000-0000-0000-000000000000}"/>
          </ac:spMkLst>
        </pc:spChg>
        <pc:spChg chg="add del mod">
          <ac:chgData name="Helen Miu" userId="f62f0ed5c0081619" providerId="LiveId" clId="{2261F621-4558-4404-AD4B-2B7A9F3D20B3}" dt="2026-09-23T00:29:41.744" v="268" actId="1410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29:37.182" v="266" actId="403"/>
          <ac:spMkLst>
            <pc:docMk/>
            <pc:sldMk cId="0" sldId="261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23:23.044" v="152" actId="20577"/>
          <ac:spMkLst>
            <pc:docMk/>
            <pc:sldMk cId="0" sldId="261"/>
            <ac:spMk id="18" creationId="{F9AC48E2-8603-38C2-55AB-B3378DBF5C6C}"/>
          </ac:spMkLst>
        </pc:spChg>
        <pc:picChg chg="add del mod">
          <ac:chgData name="Helen Miu" userId="f62f0ed5c0081619" providerId="LiveId" clId="{2261F621-4558-4404-AD4B-2B7A9F3D20B3}" dt="2026-09-23T00:23:17.070" v="149" actId="1076"/>
          <ac:picMkLst>
            <pc:docMk/>
            <pc:sldMk cId="0" sldId="261"/>
            <ac:picMk id="12" creationId="{00000000-0000-0000-0000-000000000000}"/>
          </ac:picMkLst>
        </pc:picChg>
      </pc:sldChg>
      <pc:sldChg chg="addSp delSp modSp mod delAnim modAnim">
        <pc:chgData name="Helen Miu" userId="f62f0ed5c0081619" providerId="LiveId" clId="{2261F621-4558-4404-AD4B-2B7A9F3D20B3}" dt="2026-09-23T00:30:07.394" v="278" actId="1076"/>
        <pc:sldMkLst>
          <pc:docMk/>
          <pc:sldMk cId="0" sldId="262"/>
        </pc:sldMkLst>
        <pc:spChg chg="mod">
          <ac:chgData name="Helen Miu" userId="f62f0ed5c0081619" providerId="LiveId" clId="{2261F621-4558-4404-AD4B-2B7A9F3D20B3}" dt="2026-09-23T00:30:01.370" v="277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Helen Miu" userId="f62f0ed5c0081619" providerId="LiveId" clId="{2261F621-4558-4404-AD4B-2B7A9F3D20B3}" dt="2026-09-23T00:24:30.927" v="171" actId="20577"/>
          <ac:spMkLst>
            <pc:docMk/>
            <pc:sldMk cId="0" sldId="262"/>
            <ac:spMk id="4" creationId="{00000000-0000-0000-0000-000000000000}"/>
          </ac:spMkLst>
        </pc:spChg>
        <pc:spChg chg="mod">
          <ac:chgData name="Helen Miu" userId="f62f0ed5c0081619" providerId="LiveId" clId="{2261F621-4558-4404-AD4B-2B7A9F3D20B3}" dt="2026-09-22T23:55:19.469" v="57" actId="403"/>
          <ac:spMkLst>
            <pc:docMk/>
            <pc:sldMk cId="0" sldId="262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24:13.594" v="165" actId="1076"/>
          <ac:spMkLst>
            <pc:docMk/>
            <pc:sldMk cId="0" sldId="262"/>
            <ac:spMk id="13" creationId="{00000000-0000-0000-0000-000000000000}"/>
          </ac:spMkLst>
        </pc:spChg>
        <pc:spChg chg="del">
          <ac:chgData name="Helen Miu" userId="f62f0ed5c0081619" providerId="LiveId" clId="{2261F621-4558-4404-AD4B-2B7A9F3D20B3}" dt="2026-09-23T00:24:55.366" v="210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24:57.501" v="211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30:07.394" v="278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30:07.394" v="278" actId="1076"/>
          <ac:spMkLst>
            <pc:docMk/>
            <pc:sldMk cId="0" sldId="262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24:52.135" v="209" actId="20577"/>
          <ac:spMkLst>
            <pc:docMk/>
            <pc:sldMk cId="0" sldId="262"/>
            <ac:spMk id="18" creationId="{B8EEE8A8-0FFB-9B2D-FDCC-114E9AD4994E}"/>
          </ac:spMkLst>
        </pc:spChg>
        <pc:picChg chg="mod">
          <ac:chgData name="Helen Miu" userId="f62f0ed5c0081619" providerId="LiveId" clId="{2261F621-4558-4404-AD4B-2B7A9F3D20B3}" dt="2026-09-23T00:24:13.594" v="165" actId="1076"/>
          <ac:picMkLst>
            <pc:docMk/>
            <pc:sldMk cId="0" sldId="262"/>
            <ac:picMk id="12" creationId="{00000000-0000-0000-0000-000000000000}"/>
          </ac:picMkLst>
        </pc:picChg>
      </pc:sldChg>
      <pc:sldChg chg="addSp delSp modSp mod delAnim modAnim">
        <pc:chgData name="Helen Miu" userId="f62f0ed5c0081619" providerId="LiveId" clId="{2261F621-4558-4404-AD4B-2B7A9F3D20B3}" dt="2026-09-23T00:26:46.908" v="236" actId="207"/>
        <pc:sldMkLst>
          <pc:docMk/>
          <pc:sldMk cId="0" sldId="263"/>
        </pc:sldMkLst>
        <pc:spChg chg="mod">
          <ac:chgData name="Helen Miu" userId="f62f0ed5c0081619" providerId="LiveId" clId="{2261F621-4558-4404-AD4B-2B7A9F3D20B3}" dt="2026-09-23T00:26:03.047" v="218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Helen Miu" userId="f62f0ed5c0081619" providerId="LiveId" clId="{2261F621-4558-4404-AD4B-2B7A9F3D20B3}" dt="2026-09-22T23:55:15.617" v="55" actId="403"/>
          <ac:spMkLst>
            <pc:docMk/>
            <pc:sldMk cId="0" sldId="263"/>
            <ac:spMk id="11" creationId="{00000000-0000-0000-0000-000000000000}"/>
          </ac:spMkLst>
        </pc:spChg>
        <pc:spChg chg="del">
          <ac:chgData name="Helen Miu" userId="f62f0ed5c0081619" providerId="LiveId" clId="{2261F621-4558-4404-AD4B-2B7A9F3D20B3}" dt="2026-09-23T00:26:28.041" v="226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26:29.406" v="227" actId="478"/>
          <ac:spMkLst>
            <pc:docMk/>
            <pc:sldMk cId="0" sldId="263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26:35.788" v="230" actId="14100"/>
          <ac:spMkLst>
            <pc:docMk/>
            <pc:sldMk cId="0" sldId="263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26:46.908" v="236" actId="207"/>
          <ac:spMkLst>
            <pc:docMk/>
            <pc:sldMk cId="0" sldId="263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26:33.222" v="229" actId="1076"/>
          <ac:spMkLst>
            <pc:docMk/>
            <pc:sldMk cId="0" sldId="263"/>
            <ac:spMk id="18" creationId="{18096087-1688-2BB6-AA73-E6CE157F5430}"/>
          </ac:spMkLst>
        </pc:spChg>
      </pc:sldChg>
      <pc:sldChg chg="addSp delSp modSp mod delAnim modAnim">
        <pc:chgData name="Helen Miu" userId="f62f0ed5c0081619" providerId="LiveId" clId="{2261F621-4558-4404-AD4B-2B7A9F3D20B3}" dt="2026-09-23T00:29:25.179" v="262" actId="1076"/>
        <pc:sldMkLst>
          <pc:docMk/>
          <pc:sldMk cId="0" sldId="264"/>
        </pc:sldMkLst>
        <pc:spChg chg="mod">
          <ac:chgData name="Helen Miu" userId="f62f0ed5c0081619" providerId="LiveId" clId="{2261F621-4558-4404-AD4B-2B7A9F3D20B3}" dt="2026-09-22T23:55:11.371" v="53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28:43.887" v="255" actId="14100"/>
          <ac:spMkLst>
            <pc:docMk/>
            <pc:sldMk cId="0" sldId="264"/>
            <ac:spMk id="13" creationId="{00000000-0000-0000-0000-000000000000}"/>
          </ac:spMkLst>
        </pc:spChg>
        <pc:spChg chg="del">
          <ac:chgData name="Helen Miu" userId="f62f0ed5c0081619" providerId="LiveId" clId="{2261F621-4558-4404-AD4B-2B7A9F3D20B3}" dt="2026-09-23T00:27:17.522" v="241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27:16.841" v="240" actId="478"/>
          <ac:spMkLst>
            <pc:docMk/>
            <pc:sldMk cId="0" sldId="264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29:25.179" v="262" actId="1076"/>
          <ac:spMkLst>
            <pc:docMk/>
            <pc:sldMk cId="0" sldId="264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29:25.179" v="262" actId="1076"/>
          <ac:spMkLst>
            <pc:docMk/>
            <pc:sldMk cId="0" sldId="264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27:15.024" v="239" actId="1076"/>
          <ac:spMkLst>
            <pc:docMk/>
            <pc:sldMk cId="0" sldId="264"/>
            <ac:spMk id="18" creationId="{2A82F9B1-6912-1891-3E51-CB3D39A01114}"/>
          </ac:spMkLst>
        </pc:spChg>
        <pc:spChg chg="add del mod">
          <ac:chgData name="Helen Miu" userId="f62f0ed5c0081619" providerId="LiveId" clId="{2261F621-4558-4404-AD4B-2B7A9F3D20B3}" dt="2026-09-23T00:28:41.454" v="254" actId="478"/>
          <ac:spMkLst>
            <pc:docMk/>
            <pc:sldMk cId="0" sldId="264"/>
            <ac:spMk id="20" creationId="{7543F681-13B0-E9F2-6CA4-02EB3774AE8E}"/>
          </ac:spMkLst>
        </pc:spChg>
        <pc:picChg chg="mod">
          <ac:chgData name="Helen Miu" userId="f62f0ed5c0081619" providerId="LiveId" clId="{2261F621-4558-4404-AD4B-2B7A9F3D20B3}" dt="2026-09-23T00:27:09.917" v="237" actId="1076"/>
          <ac:picMkLst>
            <pc:docMk/>
            <pc:sldMk cId="0" sldId="264"/>
            <ac:picMk id="12" creationId="{00000000-0000-0000-0000-000000000000}"/>
          </ac:picMkLst>
        </pc:picChg>
      </pc:sldChg>
      <pc:sldChg chg="addSp delSp modSp mod delAnim modAnim">
        <pc:chgData name="Helen Miu" userId="f62f0ed5c0081619" providerId="LiveId" clId="{2261F621-4558-4404-AD4B-2B7A9F3D20B3}" dt="2026-09-23T00:31:51.851" v="305" actId="14100"/>
        <pc:sldMkLst>
          <pc:docMk/>
          <pc:sldMk cId="0" sldId="265"/>
        </pc:sldMkLst>
        <pc:spChg chg="mod">
          <ac:chgData name="Helen Miu" userId="f62f0ed5c0081619" providerId="LiveId" clId="{2261F621-4558-4404-AD4B-2B7A9F3D20B3}" dt="2026-09-22T23:55:04.813" v="49" actId="403"/>
          <ac:spMkLst>
            <pc:docMk/>
            <pc:sldMk cId="0" sldId="265"/>
            <ac:spMk id="2" creationId="{00000000-0000-0000-0000-000000000000}"/>
          </ac:spMkLst>
        </pc:spChg>
        <pc:spChg chg="mod">
          <ac:chgData name="Helen Miu" userId="f62f0ed5c0081619" providerId="LiveId" clId="{2261F621-4558-4404-AD4B-2B7A9F3D20B3}" dt="2026-09-22T23:55:08.256" v="51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31:07.172" v="296" actId="1076"/>
          <ac:spMkLst>
            <pc:docMk/>
            <pc:sldMk cId="0" sldId="265"/>
            <ac:spMk id="13" creationId="{00000000-0000-0000-0000-000000000000}"/>
          </ac:spMkLst>
        </pc:spChg>
        <pc:spChg chg="del">
          <ac:chgData name="Helen Miu" userId="f62f0ed5c0081619" providerId="LiveId" clId="{2261F621-4558-4404-AD4B-2B7A9F3D20B3}" dt="2026-09-23T00:30:54.887" v="288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30:53.301" v="287" actId="478"/>
          <ac:spMkLst>
            <pc:docMk/>
            <pc:sldMk cId="0" sldId="265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31:51.851" v="305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31:49.600" v="304" actId="20577"/>
          <ac:spMkLst>
            <pc:docMk/>
            <pc:sldMk cId="0" sldId="265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30:51.147" v="286" actId="20577"/>
          <ac:spMkLst>
            <pc:docMk/>
            <pc:sldMk cId="0" sldId="265"/>
            <ac:spMk id="18" creationId="{0BE704FB-3FB4-66E9-CCB7-9A27728F4C86}"/>
          </ac:spMkLst>
        </pc:spChg>
        <pc:spChg chg="add mod">
          <ac:chgData name="Helen Miu" userId="f62f0ed5c0081619" providerId="LiveId" clId="{2261F621-4558-4404-AD4B-2B7A9F3D20B3}" dt="2026-09-23T00:30:48.247" v="282" actId="1076"/>
          <ac:spMkLst>
            <pc:docMk/>
            <pc:sldMk cId="0" sldId="265"/>
            <ac:spMk id="19" creationId="{3C53AF36-3578-E90D-4256-D458D8FF7022}"/>
          </ac:spMkLst>
        </pc:spChg>
        <pc:picChg chg="mod">
          <ac:chgData name="Helen Miu" userId="f62f0ed5c0081619" providerId="LiveId" clId="{2261F621-4558-4404-AD4B-2B7A9F3D20B3}" dt="2026-09-23T00:31:07.172" v="296" actId="1076"/>
          <ac:picMkLst>
            <pc:docMk/>
            <pc:sldMk cId="0" sldId="265"/>
            <ac:picMk id="12" creationId="{00000000-0000-0000-0000-000000000000}"/>
          </ac:picMkLst>
        </pc:picChg>
      </pc:sldChg>
      <pc:sldChg chg="addSp delSp modSp mod delAnim modAnim">
        <pc:chgData name="Helen Miu" userId="f62f0ed5c0081619" providerId="LiveId" clId="{2261F621-4558-4404-AD4B-2B7A9F3D20B3}" dt="2026-09-23T00:33:05.274" v="335" actId="478"/>
        <pc:sldMkLst>
          <pc:docMk/>
          <pc:sldMk cId="0" sldId="266"/>
        </pc:sldMkLst>
        <pc:spChg chg="mod">
          <ac:chgData name="Helen Miu" userId="f62f0ed5c0081619" providerId="LiveId" clId="{2261F621-4558-4404-AD4B-2B7A9F3D20B3}" dt="2026-09-22T23:54:49.847" v="31" actId="403"/>
          <ac:spMkLst>
            <pc:docMk/>
            <pc:sldMk cId="0" sldId="266"/>
            <ac:spMk id="11" creationId="{00000000-0000-0000-0000-000000000000}"/>
          </ac:spMkLst>
        </pc:spChg>
        <pc:spChg chg="del">
          <ac:chgData name="Helen Miu" userId="f62f0ed5c0081619" providerId="LiveId" clId="{2261F621-4558-4404-AD4B-2B7A9F3D20B3}" dt="2026-09-23T00:32:14.768" v="307" actId="478"/>
          <ac:spMkLst>
            <pc:docMk/>
            <pc:sldMk cId="0" sldId="266"/>
            <ac:spMk id="13" creationId="{00000000-0000-0000-0000-000000000000}"/>
          </ac:spMkLst>
        </pc:spChg>
        <pc:spChg chg="del">
          <ac:chgData name="Helen Miu" userId="f62f0ed5c0081619" providerId="LiveId" clId="{2261F621-4558-4404-AD4B-2B7A9F3D20B3}" dt="2026-09-23T00:32:31.556" v="317" actId="478"/>
          <ac:spMkLst>
            <pc:docMk/>
            <pc:sldMk cId="0" sldId="266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32:30.227" v="315" actId="478"/>
          <ac:spMkLst>
            <pc:docMk/>
            <pc:sldMk cId="0" sldId="266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32:48.683" v="331" actId="14100"/>
          <ac:spMkLst>
            <pc:docMk/>
            <pc:sldMk cId="0" sldId="266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32:46.712" v="330" actId="1076"/>
          <ac:spMkLst>
            <pc:docMk/>
            <pc:sldMk cId="0" sldId="266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32:30.621" v="316" actId="6549"/>
          <ac:spMkLst>
            <pc:docMk/>
            <pc:sldMk cId="0" sldId="266"/>
            <ac:spMk id="19" creationId="{4D0371BC-414C-AB49-B18E-227201A558F7}"/>
          </ac:spMkLst>
        </pc:spChg>
        <pc:spChg chg="add del mod">
          <ac:chgData name="Helen Miu" userId="f62f0ed5c0081619" providerId="LiveId" clId="{2261F621-4558-4404-AD4B-2B7A9F3D20B3}" dt="2026-09-23T00:33:05.274" v="335" actId="478"/>
          <ac:spMkLst>
            <pc:docMk/>
            <pc:sldMk cId="0" sldId="266"/>
            <ac:spMk id="21" creationId="{4EE652DA-8096-DA6E-9366-11ABAA2A164E}"/>
          </ac:spMkLst>
        </pc:spChg>
        <pc:picChg chg="del">
          <ac:chgData name="Helen Miu" userId="f62f0ed5c0081619" providerId="LiveId" clId="{2261F621-4558-4404-AD4B-2B7A9F3D20B3}" dt="2026-09-23T00:32:12.905" v="306" actId="478"/>
          <ac:picMkLst>
            <pc:docMk/>
            <pc:sldMk cId="0" sldId="266"/>
            <ac:picMk id="12" creationId="{00000000-0000-0000-0000-000000000000}"/>
          </ac:picMkLst>
        </pc:picChg>
        <pc:picChg chg="add mod">
          <ac:chgData name="Helen Miu" userId="f62f0ed5c0081619" providerId="LiveId" clId="{2261F621-4558-4404-AD4B-2B7A9F3D20B3}" dt="2026-09-23T00:32:55.280" v="332" actId="14100"/>
          <ac:picMkLst>
            <pc:docMk/>
            <pc:sldMk cId="0" sldId="266"/>
            <ac:picMk id="18" creationId="{ABB78259-B260-BEA9-0A03-A5B566B2279A}"/>
          </ac:picMkLst>
        </pc:picChg>
      </pc:sldChg>
      <pc:sldChg chg="addSp delSp modSp mod delAnim modAnim">
        <pc:chgData name="Helen Miu" userId="f62f0ed5c0081619" providerId="LiveId" clId="{2261F621-4558-4404-AD4B-2B7A9F3D20B3}" dt="2026-09-23T00:34:02.391" v="352" actId="14100"/>
        <pc:sldMkLst>
          <pc:docMk/>
          <pc:sldMk cId="0" sldId="267"/>
        </pc:sldMkLst>
        <pc:spChg chg="mod">
          <ac:chgData name="Helen Miu" userId="f62f0ed5c0081619" providerId="LiveId" clId="{2261F621-4558-4404-AD4B-2B7A9F3D20B3}" dt="2026-09-22T23:54:46.585" v="28" actId="403"/>
          <ac:spMkLst>
            <pc:docMk/>
            <pc:sldMk cId="0" sldId="267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33:25.900" v="336" actId="1076"/>
          <ac:spMkLst>
            <pc:docMk/>
            <pc:sldMk cId="0" sldId="267"/>
            <ac:spMk id="13" creationId="{00000000-0000-0000-0000-000000000000}"/>
          </ac:spMkLst>
        </pc:spChg>
        <pc:spChg chg="del">
          <ac:chgData name="Helen Miu" userId="f62f0ed5c0081619" providerId="LiveId" clId="{2261F621-4558-4404-AD4B-2B7A9F3D20B3}" dt="2026-09-23T00:33:36.236" v="339" actId="478"/>
          <ac:spMkLst>
            <pc:docMk/>
            <pc:sldMk cId="0" sldId="267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33:41.559" v="340" actId="478"/>
          <ac:spMkLst>
            <pc:docMk/>
            <pc:sldMk cId="0" sldId="267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34:02.391" v="352" actId="14100"/>
          <ac:spMkLst>
            <pc:docMk/>
            <pc:sldMk cId="0" sldId="267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34:00.007" v="351" actId="20577"/>
          <ac:spMkLst>
            <pc:docMk/>
            <pc:sldMk cId="0" sldId="267"/>
            <ac:spMk id="17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33:32.732" v="338" actId="1076"/>
          <ac:spMkLst>
            <pc:docMk/>
            <pc:sldMk cId="0" sldId="267"/>
            <ac:spMk id="18" creationId="{DA1E431D-4653-FCDD-FD4A-AF846C1D2B35}"/>
          </ac:spMkLst>
        </pc:spChg>
        <pc:picChg chg="mod">
          <ac:chgData name="Helen Miu" userId="f62f0ed5c0081619" providerId="LiveId" clId="{2261F621-4558-4404-AD4B-2B7A9F3D20B3}" dt="2026-09-23T00:33:25.900" v="336" actId="1076"/>
          <ac:picMkLst>
            <pc:docMk/>
            <pc:sldMk cId="0" sldId="267"/>
            <ac:picMk id="12" creationId="{00000000-0000-0000-0000-000000000000}"/>
          </ac:picMkLst>
        </pc:picChg>
      </pc:sldChg>
      <pc:sldChg chg="addSp delSp modSp mod delAnim modAnim">
        <pc:chgData name="Helen Miu" userId="f62f0ed5c0081619" providerId="LiveId" clId="{2261F621-4558-4404-AD4B-2B7A9F3D20B3}" dt="2026-09-23T00:37:37.658" v="441" actId="20577"/>
        <pc:sldMkLst>
          <pc:docMk/>
          <pc:sldMk cId="0" sldId="268"/>
        </pc:sldMkLst>
        <pc:spChg chg="mod">
          <ac:chgData name="Helen Miu" userId="f62f0ed5c0081619" providerId="LiveId" clId="{2261F621-4558-4404-AD4B-2B7A9F3D20B3}" dt="2026-09-23T00:35:39.239" v="372" actId="1076"/>
          <ac:spMkLst>
            <pc:docMk/>
            <pc:sldMk cId="0" sldId="268"/>
            <ac:spMk id="2" creationId="{00000000-0000-0000-0000-000000000000}"/>
          </ac:spMkLst>
        </pc:spChg>
        <pc:spChg chg="mod">
          <ac:chgData name="Helen Miu" userId="f62f0ed5c0081619" providerId="LiveId" clId="{2261F621-4558-4404-AD4B-2B7A9F3D20B3}" dt="2026-09-22T23:54:41.853" v="26" actId="403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Helen Miu" userId="f62f0ed5c0081619" providerId="LiveId" clId="{2261F621-4558-4404-AD4B-2B7A9F3D20B3}" dt="2026-09-23T00:35:11.190" v="360" actId="478"/>
          <ac:spMkLst>
            <pc:docMk/>
            <pc:sldMk cId="0" sldId="268"/>
            <ac:spMk id="13" creationId="{00000000-0000-0000-0000-000000000000}"/>
          </ac:spMkLst>
        </pc:spChg>
        <pc:spChg chg="del mod">
          <ac:chgData name="Helen Miu" userId="f62f0ed5c0081619" providerId="LiveId" clId="{2261F621-4558-4404-AD4B-2B7A9F3D20B3}" dt="2026-09-23T00:35:12.144" v="361" actId="478"/>
          <ac:spMkLst>
            <pc:docMk/>
            <pc:sldMk cId="0" sldId="268"/>
            <ac:spMk id="14" creationId="{00000000-0000-0000-0000-000000000000}"/>
          </ac:spMkLst>
        </pc:spChg>
        <pc:spChg chg="del">
          <ac:chgData name="Helen Miu" userId="f62f0ed5c0081619" providerId="LiveId" clId="{2261F621-4558-4404-AD4B-2B7A9F3D20B3}" dt="2026-09-23T00:34:37.686" v="357" actId="478"/>
          <ac:spMkLst>
            <pc:docMk/>
            <pc:sldMk cId="0" sldId="268"/>
            <ac:spMk id="15" creationId="{00000000-0000-0000-0000-000000000000}"/>
          </ac:spMkLst>
        </pc:spChg>
        <pc:spChg chg="del">
          <ac:chgData name="Helen Miu" userId="f62f0ed5c0081619" providerId="LiveId" clId="{2261F621-4558-4404-AD4B-2B7A9F3D20B3}" dt="2026-09-23T00:34:37.266" v="356" actId="478"/>
          <ac:spMkLst>
            <pc:docMk/>
            <pc:sldMk cId="0" sldId="268"/>
            <ac:spMk id="16" creationId="{00000000-0000-0000-0000-000000000000}"/>
          </ac:spMkLst>
        </pc:spChg>
        <pc:spChg chg="mod">
          <ac:chgData name="Helen Miu" userId="f62f0ed5c0081619" providerId="LiveId" clId="{2261F621-4558-4404-AD4B-2B7A9F3D20B3}" dt="2026-09-23T00:37:19.888" v="403" actId="14100"/>
          <ac:spMkLst>
            <pc:docMk/>
            <pc:sldMk cId="0" sldId="268"/>
            <ac:spMk id="17" creationId="{00000000-0000-0000-0000-000000000000}"/>
          </ac:spMkLst>
        </pc:spChg>
        <pc:spChg chg="mod">
          <ac:chgData name="Helen Miu" userId="f62f0ed5c0081619" providerId="LiveId" clId="{2261F621-4558-4404-AD4B-2B7A9F3D20B3}" dt="2026-09-23T00:37:15.958" v="401" actId="20577"/>
          <ac:spMkLst>
            <pc:docMk/>
            <pc:sldMk cId="0" sldId="268"/>
            <ac:spMk id="18" creationId="{00000000-0000-0000-0000-000000000000}"/>
          </ac:spMkLst>
        </pc:spChg>
        <pc:spChg chg="add mod">
          <ac:chgData name="Helen Miu" userId="f62f0ed5c0081619" providerId="LiveId" clId="{2261F621-4558-4404-AD4B-2B7A9F3D20B3}" dt="2026-09-23T00:37:37.658" v="441" actId="20577"/>
          <ac:spMkLst>
            <pc:docMk/>
            <pc:sldMk cId="0" sldId="268"/>
            <ac:spMk id="19" creationId="{F128A38A-4552-7024-7C1A-F0A0B19AB60D}"/>
          </ac:spMkLst>
        </pc:spChg>
        <pc:spChg chg="add mod">
          <ac:chgData name="Helen Miu" userId="f62f0ed5c0081619" providerId="LiveId" clId="{2261F621-4558-4404-AD4B-2B7A9F3D20B3}" dt="2026-09-23T00:35:15.395" v="364" actId="1076"/>
          <ac:spMkLst>
            <pc:docMk/>
            <pc:sldMk cId="0" sldId="268"/>
            <ac:spMk id="20" creationId="{A604775A-2D13-F2AA-1427-C3E43A74699A}"/>
          </ac:spMkLst>
        </pc:spChg>
        <pc:spChg chg="add mod">
          <ac:chgData name="Helen Miu" userId="f62f0ed5c0081619" providerId="LiveId" clId="{2261F621-4558-4404-AD4B-2B7A9F3D20B3}" dt="2026-09-23T00:35:15.395" v="364" actId="1076"/>
          <ac:spMkLst>
            <pc:docMk/>
            <pc:sldMk cId="0" sldId="268"/>
            <ac:spMk id="21" creationId="{FFA03590-56ED-6DC4-5AD9-790F9BC00D6A}"/>
          </ac:spMkLst>
        </pc:spChg>
        <pc:spChg chg="add mod">
          <ac:chgData name="Helen Miu" userId="f62f0ed5c0081619" providerId="LiveId" clId="{2261F621-4558-4404-AD4B-2B7A9F3D20B3}" dt="2026-09-23T00:35:48.942" v="378" actId="1076"/>
          <ac:spMkLst>
            <pc:docMk/>
            <pc:sldMk cId="0" sldId="268"/>
            <ac:spMk id="23" creationId="{D5F9E84E-661C-AF64-D3D2-A50881D8F948}"/>
          </ac:spMkLst>
        </pc:spChg>
        <pc:spChg chg="add mod">
          <ac:chgData name="Helen Miu" userId="f62f0ed5c0081619" providerId="LiveId" clId="{2261F621-4558-4404-AD4B-2B7A9F3D20B3}" dt="2026-09-23T00:35:55.058" v="382" actId="1076"/>
          <ac:spMkLst>
            <pc:docMk/>
            <pc:sldMk cId="0" sldId="268"/>
            <ac:spMk id="24" creationId="{1AE56F12-0474-651D-38E7-C3DB1B1A6022}"/>
          </ac:spMkLst>
        </pc:spChg>
        <pc:spChg chg="add mod">
          <ac:chgData name="Helen Miu" userId="f62f0ed5c0081619" providerId="LiveId" clId="{2261F621-4558-4404-AD4B-2B7A9F3D20B3}" dt="2026-09-23T00:36:25.773" v="386" actId="1076"/>
          <ac:spMkLst>
            <pc:docMk/>
            <pc:sldMk cId="0" sldId="268"/>
            <ac:spMk id="26" creationId="{A04850FB-D773-F3A7-3516-A455CF7A8FD0}"/>
          </ac:spMkLst>
        </pc:spChg>
        <pc:spChg chg="add mod">
          <ac:chgData name="Helen Miu" userId="f62f0ed5c0081619" providerId="LiveId" clId="{2261F621-4558-4404-AD4B-2B7A9F3D20B3}" dt="2026-09-23T00:36:30.707" v="389" actId="14100"/>
          <ac:spMkLst>
            <pc:docMk/>
            <pc:sldMk cId="0" sldId="268"/>
            <ac:spMk id="28" creationId="{8F4DC52C-A7C7-5C27-CFA1-F6523FFA2AB4}"/>
          </ac:spMkLst>
        </pc:spChg>
        <pc:picChg chg="del mod">
          <ac:chgData name="Helen Miu" userId="f62f0ed5c0081619" providerId="LiveId" clId="{2261F621-4558-4404-AD4B-2B7A9F3D20B3}" dt="2026-09-23T00:35:08.514" v="359" actId="478"/>
          <ac:picMkLst>
            <pc:docMk/>
            <pc:sldMk cId="0" sldId="268"/>
            <ac:picMk id="12" creationId="{00000000-0000-0000-0000-000000000000}"/>
          </ac:picMkLst>
        </pc:picChg>
        <pc:picChg chg="add mod">
          <ac:chgData name="Helen Miu" userId="f62f0ed5c0081619" providerId="LiveId" clId="{2261F621-4558-4404-AD4B-2B7A9F3D20B3}" dt="2026-09-23T00:35:29.633" v="368" actId="1076"/>
          <ac:picMkLst>
            <pc:docMk/>
            <pc:sldMk cId="0" sldId="268"/>
            <ac:picMk id="22" creationId="{764365C5-86FC-7ABE-F093-1853FFBB016E}"/>
          </ac:picMkLst>
        </pc:picChg>
      </pc:sldChg>
      <pc:sldChg chg="addSp delSp modSp mod delAnim modAnim">
        <pc:chgData name="Helen Miu" userId="f62f0ed5c0081619" providerId="LiveId" clId="{2261F621-4558-4404-AD4B-2B7A9F3D20B3}" dt="2026-09-23T00:41:05.099" v="561" actId="1076"/>
        <pc:sldMkLst>
          <pc:docMk/>
          <pc:sldMk cId="0" sldId="269"/>
        </pc:sldMkLst>
        <pc:spChg chg="mod">
          <ac:chgData name="Helen Miu" userId="f62f0ed5c0081619" providerId="LiveId" clId="{2261F621-4558-4404-AD4B-2B7A9F3D20B3}" dt="2026-09-23T00:41:02.123" v="560" actId="20577"/>
          <ac:spMkLst>
            <pc:docMk/>
            <pc:sldMk cId="0" sldId="269"/>
            <ac:spMk id="11" creationId="{00000000-0000-0000-0000-000000000000}"/>
          </ac:spMkLst>
        </pc:spChg>
        <pc:spChg chg="mod">
          <ac:chgData name="Helen Miu" userId="f62f0ed5c0081619" providerId="LiveId" clId="{2261F621-4558-4404-AD4B-2B7A9F3D20B3}" dt="2026-09-23T00:39:02.669" v="498" actId="1076"/>
          <ac:spMkLst>
            <pc:docMk/>
            <pc:sldMk cId="0" sldId="269"/>
            <ac:spMk id="13" creationId="{00000000-0000-0000-0000-000000000000}"/>
          </ac:spMkLst>
        </pc:spChg>
        <pc:spChg chg="mod">
          <ac:chgData name="Helen Miu" userId="f62f0ed5c0081619" providerId="LiveId" clId="{2261F621-4558-4404-AD4B-2B7A9F3D20B3}" dt="2026-09-23T00:39:02.669" v="498" actId="1076"/>
          <ac:spMkLst>
            <pc:docMk/>
            <pc:sldMk cId="0" sldId="269"/>
            <ac:spMk id="14" creationId="{00000000-0000-0000-0000-000000000000}"/>
          </ac:spMkLst>
        </pc:spChg>
        <pc:spChg chg="mod">
          <ac:chgData name="Helen Miu" userId="f62f0ed5c0081619" providerId="LiveId" clId="{2261F621-4558-4404-AD4B-2B7A9F3D20B3}" dt="2026-09-23T00:39:02.669" v="498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Helen Miu" userId="f62f0ed5c0081619" providerId="LiveId" clId="{2261F621-4558-4404-AD4B-2B7A9F3D20B3}" dt="2026-09-23T00:39:02.669" v="498" actId="1076"/>
          <ac:spMkLst>
            <pc:docMk/>
            <pc:sldMk cId="0" sldId="269"/>
            <ac:spMk id="16" creationId="{00000000-0000-0000-0000-000000000000}"/>
          </ac:spMkLst>
        </pc:spChg>
        <pc:spChg chg="del mod">
          <ac:chgData name="Helen Miu" userId="f62f0ed5c0081619" providerId="LiveId" clId="{2261F621-4558-4404-AD4B-2B7A9F3D20B3}" dt="2026-09-23T00:38:22.198" v="478" actId="478"/>
          <ac:spMkLst>
            <pc:docMk/>
            <pc:sldMk cId="0" sldId="269"/>
            <ac:spMk id="17" creationId="{00000000-0000-0000-0000-000000000000}"/>
          </ac:spMkLst>
        </pc:spChg>
        <pc:spChg chg="del mod">
          <ac:chgData name="Helen Miu" userId="f62f0ed5c0081619" providerId="LiveId" clId="{2261F621-4558-4404-AD4B-2B7A9F3D20B3}" dt="2026-09-23T00:38:21.827" v="477" actId="478"/>
          <ac:spMkLst>
            <pc:docMk/>
            <pc:sldMk cId="0" sldId="269"/>
            <ac:spMk id="18" creationId="{00000000-0000-0000-0000-000000000000}"/>
          </ac:spMkLst>
        </pc:spChg>
        <pc:spChg chg="mod">
          <ac:chgData name="Helen Miu" userId="f62f0ed5c0081619" providerId="LiveId" clId="{2261F621-4558-4404-AD4B-2B7A9F3D20B3}" dt="2026-09-23T00:38:48.819" v="493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Helen Miu" userId="f62f0ed5c0081619" providerId="LiveId" clId="{2261F621-4558-4404-AD4B-2B7A9F3D20B3}" dt="2026-09-23T00:38:51.155" v="494" actId="1076"/>
          <ac:spMkLst>
            <pc:docMk/>
            <pc:sldMk cId="0" sldId="269"/>
            <ac:spMk id="20" creationId="{00000000-0000-0000-0000-000000000000}"/>
          </ac:spMkLst>
        </pc:spChg>
        <pc:spChg chg="add del mod">
          <ac:chgData name="Helen Miu" userId="f62f0ed5c0081619" providerId="LiveId" clId="{2261F621-4558-4404-AD4B-2B7A9F3D20B3}" dt="2026-09-23T00:38:41.749" v="492"/>
          <ac:spMkLst>
            <pc:docMk/>
            <pc:sldMk cId="0" sldId="269"/>
            <ac:spMk id="21" creationId="{67468680-41CB-2EA4-B115-B076A34DEB13}"/>
          </ac:spMkLst>
        </pc:spChg>
        <pc:spChg chg="add mod">
          <ac:chgData name="Helen Miu" userId="f62f0ed5c0081619" providerId="LiveId" clId="{2261F621-4558-4404-AD4B-2B7A9F3D20B3}" dt="2026-09-23T00:39:41.464" v="513" actId="403"/>
          <ac:spMkLst>
            <pc:docMk/>
            <pc:sldMk cId="0" sldId="269"/>
            <ac:spMk id="22" creationId="{D55939D1-9B67-75C5-12B1-4C2C0B4F43B6}"/>
          </ac:spMkLst>
        </pc:spChg>
        <pc:spChg chg="add mod">
          <ac:chgData name="Helen Miu" userId="f62f0ed5c0081619" providerId="LiveId" clId="{2261F621-4558-4404-AD4B-2B7A9F3D20B3}" dt="2026-09-23T00:39:49.232" v="516" actId="1076"/>
          <ac:spMkLst>
            <pc:docMk/>
            <pc:sldMk cId="0" sldId="269"/>
            <ac:spMk id="23" creationId="{57514344-6159-ABA6-A4AB-6878650BBF9A}"/>
          </ac:spMkLst>
        </pc:spChg>
        <pc:spChg chg="add mod">
          <ac:chgData name="Helen Miu" userId="f62f0ed5c0081619" providerId="LiveId" clId="{2261F621-4558-4404-AD4B-2B7A9F3D20B3}" dt="2026-09-23T00:39:52.525" v="517" actId="1076"/>
          <ac:spMkLst>
            <pc:docMk/>
            <pc:sldMk cId="0" sldId="269"/>
            <ac:spMk id="24" creationId="{6A849D5C-C9D5-94F5-7722-1BC9F959C6B6}"/>
          </ac:spMkLst>
        </pc:spChg>
        <pc:spChg chg="add mod">
          <ac:chgData name="Helen Miu" userId="f62f0ed5c0081619" providerId="LiveId" clId="{2261F621-4558-4404-AD4B-2B7A9F3D20B3}" dt="2026-09-23T00:41:05.099" v="561" actId="1076"/>
          <ac:spMkLst>
            <pc:docMk/>
            <pc:sldMk cId="0" sldId="269"/>
            <ac:spMk id="25" creationId="{89E72871-8EA6-7089-6170-F71785CBD621}"/>
          </ac:spMkLst>
        </pc:spChg>
        <pc:picChg chg="mod">
          <ac:chgData name="Helen Miu" userId="f62f0ed5c0081619" providerId="LiveId" clId="{2261F621-4558-4404-AD4B-2B7A9F3D20B3}" dt="2026-09-23T00:39:02.669" v="498" actId="1076"/>
          <ac:picMkLst>
            <pc:docMk/>
            <pc:sldMk cId="0" sldId="269"/>
            <ac:picMk id="12" creationId="{00000000-0000-0000-0000-000000000000}"/>
          </ac:picMkLst>
        </pc:picChg>
      </pc:sldChg>
      <pc:sldChg chg="new del">
        <pc:chgData name="Helen Miu" userId="f62f0ed5c0081619" providerId="LiveId" clId="{2261F621-4558-4404-AD4B-2B7A9F3D20B3}" dt="2026-09-23T00:39:30.084" v="507" actId="680"/>
        <pc:sldMkLst>
          <pc:docMk/>
          <pc:sldMk cId="2983141553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7C630-E3EC-4FCA-B3C3-8B5C5CE04DA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FBF5B-9371-43D3-8676-04181DDF55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850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match each word (1-10) with a definition (A-J) before clicking. Reveal one letter per click.</a:t>
            </a:r>
          </a:p>
          <a:p>
            <a:r>
              <a:t>Key: 1=C 2=E 3=A 4=J 5=B 6=I 7=H 8=G 9=D 10=F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signal words BEFORE clicking. Then click once to reveal the model answer + clues.</a:t>
            </a:r>
          </a:p>
          <a:p>
            <a:r>
              <a:t>What is the purpose of the ‘surprise meal’ scheme?</a:t>
            </a:r>
          </a:p>
          <a:p>
            <a:r>
              <a:t>Model answer:  To keep good food out of the landfill / to reduce the amount of edible food being wasted.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signal words BEFORE clicking. Then click once to reveal the model answer + clues.</a:t>
            </a:r>
          </a:p>
          <a:p>
            <a:r>
              <a:t>According to the paragraph, why do few families refuse a second visit to the museum?</a:t>
            </a:r>
          </a:p>
          <a:p>
            <a:r>
              <a:t>Model answer:  Because the museum’s entrance fee is low / modest.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It refers to transforming / rebuilding a heap of clay fragments into a full-size warrior — reassembling an army of terra-cotta warriors.</a:t>
            </a:r>
          </a:p>
          <a:p>
            <a:r>
              <a:t>Tip: Reference word — read the sentence before ‘the task’.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They were digging a well (for their orchard).</a:t>
            </a:r>
          </a:p>
          <a:p>
            <a:r>
              <a:t>Tip: Don’t stop at the first clue — the full action is ‘digging a well’.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monochrome</a:t>
            </a:r>
          </a:p>
          <a:p>
            <a:r>
              <a:t>Tip: Word-finding — mono = one, chrome =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Because the colors were exposed to the (dry Xian) air and disintegrated.</a:t>
            </a:r>
          </a:p>
          <a:p>
            <a:r>
              <a:t>Tip: ‘Why’ needs a CAUSE: exposure to air → disintegrated.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…how quickly / fast the paint begins to curl and flake off — vibrant pieces of history are lost in a very short time.</a:t>
            </a:r>
          </a:p>
          <a:p>
            <a:r>
              <a:t>Tip: ‘To show…’ — say what the example demonstrates (speed).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Chinese researchers (working together) with experts from the Conservation Office in Germany.</a:t>
            </a:r>
          </a:p>
          <a:p>
            <a:r>
              <a:t>Tip: Who together? Read the whole sentence — two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To keep in the protective moisture / to keep the artifact wet / to protect it from the dry air.</a:t>
            </a:r>
          </a:p>
          <a:p>
            <a:r>
              <a:t>Tip: Purpose → answer with ‘to…’ / ‘so that…’.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Because so much color and artistry has been imprinted on the soil — the ancient paint adheres to dirt more readily than to lacquer.</a:t>
            </a:r>
          </a:p>
          <a:p>
            <a:r>
              <a:t>Tip: The hardest — the reasoning sits in the dashed aside.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(i)  Rong (Bo) / chemists / researchers / scientists / experts</a:t>
            </a:r>
          </a:p>
          <a:p>
            <a:r>
              <a:t>(ii)  create / find / develop / discover / invent</a:t>
            </a:r>
          </a:p>
          <a:p>
            <a:r>
              <a:t>(iii)  (re)applying        (iv)  binding agent</a:t>
            </a:r>
          </a:p>
          <a:p>
            <a:r>
              <a:t>Tip: Check word form: (iv) must be a singular noun.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F.6 SP ENGLISH  •  2013 DSE 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7365D"/>
                </a:solidFill>
                <a:latin typeface="Aptos"/>
              </a:rPr>
              <a:t>English 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777240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7365D"/>
                </a:solidFill>
                <a:latin typeface="Aptos"/>
              </a:rPr>
              <a:t>Terra-cotta Warriors,</a:t>
            </a:r>
          </a:p>
          <a:p>
            <a:pPr algn="l">
              <a:lnSpc>
                <a:spcPct val="105000"/>
              </a:lnSpc>
            </a:pPr>
            <a:r>
              <a:rPr sz="3400" b="1">
                <a:solidFill>
                  <a:srgbClr val="17365D"/>
                </a:solidFill>
                <a:latin typeface="Aptos"/>
              </a:rPr>
              <a:t>in Color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8328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F75B5"/>
                </a:solidFill>
                <a:latin typeface="Aptos"/>
              </a:rPr>
              <a:t>Open-ended questions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737360"/>
            <a:ext cx="3840480" cy="310896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0" y="20116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75B5"/>
                </a:solidFill>
                <a:latin typeface="Aptos"/>
              </a:rPr>
              <a:t>TODAY’S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2834640"/>
            <a:ext cx="3657600" cy="1118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>
                <a:solidFill>
                  <a:srgbClr val="17365D"/>
                </a:solidFill>
                <a:latin typeface="Aptos"/>
              </a:rPr>
              <a:t>10 Vocabulary items</a:t>
            </a:r>
          </a:p>
          <a:p>
            <a:pPr algn="l">
              <a:lnSpc>
                <a:spcPct val="115000"/>
              </a:lnSpc>
            </a:pPr>
            <a:endParaRPr sz="1600" b="1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5000"/>
              </a:lnSpc>
            </a:pPr>
            <a:r>
              <a:rPr sz="1600" b="1" dirty="0">
                <a:solidFill>
                  <a:srgbClr val="17365D"/>
                </a:solidFill>
                <a:latin typeface="Aptos"/>
              </a:rPr>
              <a:t>9 Open-ended questions</a:t>
            </a:r>
          </a:p>
          <a:p>
            <a:pPr algn="l">
              <a:lnSpc>
                <a:spcPct val="115000"/>
              </a:lnSpc>
            </a:pPr>
            <a:r>
              <a:rPr sz="1600" b="1" dirty="0">
                <a:solidFill>
                  <a:srgbClr val="17365D"/>
                </a:solidFill>
                <a:latin typeface="Aptos"/>
              </a:rPr>
              <a:t>(12 marks)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6692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7083"/>
                </a:solidFill>
                <a:latin typeface="Aptos"/>
              </a:rPr>
              <a:t>DSE 2013 Part A  •  Reading for 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WARM-UP  •  Key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Key vocabulary: match the meanings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1517904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16002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1  spectacle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63624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13" name="vocab_ans_1"/>
          <p:cNvSpPr txBox="1"/>
          <p:nvPr/>
        </p:nvSpPr>
        <p:spPr>
          <a:xfrm>
            <a:off x="3950208" y="1536192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600200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A.  A king who rules a large country (an empire).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1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2075687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2  buried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039111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18" name="vocab_ans_2"/>
          <p:cNvSpPr txBox="1"/>
          <p:nvPr/>
        </p:nvSpPr>
        <p:spPr>
          <a:xfrm>
            <a:off x="3950208" y="2011679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075687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B.  Small broken pieces of something.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468880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" y="25511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3  emperor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251460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23" name="vocab_ans_3"/>
          <p:cNvSpPr txBox="1"/>
          <p:nvPr/>
        </p:nvSpPr>
        <p:spPr>
          <a:xfrm>
            <a:off x="3950208" y="2487168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2551176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C.  An exciting show or scene that you watch.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44368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4944" y="3026663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4  archaeologists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2990087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28" name="vocab_ans_4"/>
          <p:cNvSpPr txBox="1"/>
          <p:nvPr/>
        </p:nvSpPr>
        <p:spPr>
          <a:xfrm>
            <a:off x="3950208" y="2962656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026663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D.  Digging in the ground to find old things.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419856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35021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5  fragments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3465576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33" name="vocab_ans_5"/>
          <p:cNvSpPr txBox="1"/>
          <p:nvPr/>
        </p:nvSpPr>
        <p:spPr>
          <a:xfrm>
            <a:off x="3950208" y="3438144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502152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E.  Put underground; covered with earth.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95344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4944" y="3977639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6  warriors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3941063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38" name="vocab_ans_6"/>
          <p:cNvSpPr txBox="1"/>
          <p:nvPr/>
        </p:nvSpPr>
        <p:spPr>
          <a:xfrm>
            <a:off x="3950208" y="3913631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977639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F.  Small parts that are left over; remains.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370832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445312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7  grandiose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50208" y="4416552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43" name="vocab_ans_7"/>
          <p:cNvSpPr txBox="1"/>
          <p:nvPr/>
        </p:nvSpPr>
        <p:spPr>
          <a:xfrm>
            <a:off x="3950208" y="4389120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80" y="4453128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G.  Good luck; finding something good by chance.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846320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4944" y="492861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8  serendipity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62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50208" y="4892040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48" name="vocab_ans_8"/>
          <p:cNvSpPr txBox="1"/>
          <p:nvPr/>
        </p:nvSpPr>
        <p:spPr>
          <a:xfrm>
            <a:off x="3950208" y="4864607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80" y="4928616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H.  Very grand and impressive; bigger than necessary.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321808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94944" y="5404104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9  excavation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0208" y="5367528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53" name="vocab_ans_9"/>
          <p:cNvSpPr txBox="1"/>
          <p:nvPr/>
        </p:nvSpPr>
        <p:spPr>
          <a:xfrm>
            <a:off x="3950208" y="5340096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3480" y="5404104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I.  Soldiers who fight in battles.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797296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94944" y="587959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10  remnants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50208" y="5843016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58" name="vocab_ans_10"/>
          <p:cNvSpPr txBox="1"/>
          <p:nvPr/>
        </p:nvSpPr>
        <p:spPr>
          <a:xfrm>
            <a:off x="3950208" y="5815583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83480" y="5879592"/>
            <a:ext cx="6583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J.  Scientists who study old things found in the ground.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What helps you gain the mark?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10835640" cy="603504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572768"/>
            <a:ext cx="104241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>
                <a:solidFill>
                  <a:srgbClr val="17365D"/>
                </a:solidFill>
                <a:latin typeface="Aptos"/>
              </a:rPr>
              <a:t>Hunting for reasons, purposes &amp; intentions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86000"/>
            <a:ext cx="5440680" cy="251460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5029200" cy="21251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dirty="0">
                <a:solidFill>
                  <a:srgbClr val="17365D"/>
                </a:solidFill>
                <a:latin typeface="Aptos"/>
              </a:rPr>
              <a:t>1  Easy to spot</a:t>
            </a:r>
          </a:p>
          <a:p>
            <a:pPr algn="l">
              <a:lnSpc>
                <a:spcPct val="112000"/>
              </a:lnSpc>
            </a:pPr>
            <a:endParaRPr sz="2400" b="1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because · since · as · due to · thanks to</a:t>
            </a: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so that · to + verb · in order to</a:t>
            </a:r>
          </a:p>
          <a:p>
            <a:pPr algn="l">
              <a:lnSpc>
                <a:spcPct val="112000"/>
              </a:lnSpc>
            </a:pPr>
            <a:endParaRPr sz="2000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1600" b="0" i="1" dirty="0">
                <a:solidFill>
                  <a:srgbClr val="5B7083"/>
                </a:solidFill>
                <a:latin typeface="Aptos"/>
              </a:rPr>
              <a:t>e.g. The paint flaked off because the air was dry.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286000"/>
            <a:ext cx="5285232" cy="251460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2385333"/>
            <a:ext cx="4937760" cy="24713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2  Easy to </a:t>
            </a:r>
            <a:r>
              <a:rPr sz="2000" b="1" dirty="0">
                <a:solidFill>
                  <a:srgbClr val="FF0000"/>
                </a:solidFill>
                <a:latin typeface="Aptos"/>
              </a:rPr>
              <a:t>miss</a:t>
            </a:r>
            <a:r>
              <a:rPr sz="2000" b="1" dirty="0">
                <a:solidFill>
                  <a:srgbClr val="17365D"/>
                </a:solidFill>
                <a:latin typeface="Aptos"/>
              </a:rPr>
              <a:t> — watch out!</a:t>
            </a:r>
          </a:p>
          <a:p>
            <a:pPr algn="l">
              <a:lnSpc>
                <a:spcPct val="112000"/>
              </a:lnSpc>
            </a:pPr>
            <a:endParaRPr sz="2000" b="1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given + noun · with + noun · out of + noun</a:t>
            </a: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prompted by · driven by · in an attempt to</a:t>
            </a: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so as to · for fear of · in response to</a:t>
            </a:r>
          </a:p>
          <a:p>
            <a:pPr algn="l">
              <a:lnSpc>
                <a:spcPct val="112000"/>
              </a:lnSpc>
            </a:pPr>
            <a:endParaRPr sz="1600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1400" b="0" i="1" dirty="0">
                <a:solidFill>
                  <a:srgbClr val="5B7083"/>
                </a:solidFill>
                <a:latin typeface="Aptos"/>
              </a:rPr>
              <a:t>e.g. </a:t>
            </a:r>
            <a:r>
              <a:rPr lang="en-US" sz="1400" b="0" i="1" dirty="0">
                <a:solidFill>
                  <a:srgbClr val="5B7083"/>
                </a:solidFill>
                <a:latin typeface="Aptos"/>
              </a:rPr>
              <a:t>We cancelled the event in response to the low application rate.</a:t>
            </a:r>
            <a:endParaRPr sz="1400" b="0" i="1" dirty="0">
              <a:solidFill>
                <a:srgbClr val="5B7083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835640" cy="10058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10424160" cy="6456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dirty="0">
                <a:solidFill>
                  <a:srgbClr val="17365D"/>
                </a:solidFill>
                <a:latin typeface="Aptos"/>
              </a:rPr>
              <a:t>Punctuation clues — read to the RIGHT of the mark</a:t>
            </a:r>
          </a:p>
          <a:p>
            <a:pPr algn="l">
              <a:lnSpc>
                <a:spcPct val="120000"/>
              </a:lnSpc>
            </a:pPr>
            <a:r>
              <a:rPr b="0" dirty="0">
                <a:solidFill>
                  <a:srgbClr val="17365D"/>
                </a:solidFill>
                <a:latin typeface="Aptos"/>
              </a:rPr>
              <a:t>—   :   “ ”   ( )   ;     →  the reason / explanation follows the mark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Finding the purpose — demo 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7083"/>
                </a:solidFill>
                <a:latin typeface="Aptos"/>
              </a:rPr>
              <a:t>(demo — not from the examination paper)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72768"/>
            <a:ext cx="11201400" cy="31076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B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783080"/>
            <a:ext cx="10652760" cy="25912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 dirty="0">
                <a:solidFill>
                  <a:srgbClr val="17365D"/>
                </a:solidFill>
                <a:latin typeface="Aptos"/>
              </a:rPr>
              <a:t>Every day, Hong Kong restaurants throw away hundreds of </a:t>
            </a:r>
            <a:r>
              <a:rPr sz="2400" b="0" dirty="0" err="1">
                <a:solidFill>
                  <a:srgbClr val="17365D"/>
                </a:solidFill>
                <a:latin typeface="Aptos"/>
              </a:rPr>
              <a:t>tonnes</a:t>
            </a:r>
            <a:r>
              <a:rPr sz="2400" b="0" dirty="0">
                <a:solidFill>
                  <a:srgbClr val="17365D"/>
                </a:solidFill>
                <a:latin typeface="Aptos"/>
              </a:rPr>
              <a:t> of edible food. To fight this waste, a charity has launched a ‘surprise meal’ scheme: chefs collect leftover ingredients and turn them into three-course dinners sold for a sixth of the normal price — the aim is simple, to keep good food out of the landfill. ‘We are not a soup kitchen,’ says founder Grace Lam. ‘We are a rescue team.’ Customers pay what they can, and anyone who cannot pay eats for free.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684" y="5155922"/>
            <a:ext cx="11201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1" dirty="0">
                <a:solidFill>
                  <a:srgbClr val="17365D"/>
                </a:solidFill>
                <a:latin typeface="Aptos"/>
              </a:rPr>
              <a:t>Question: </a:t>
            </a:r>
            <a:r>
              <a:rPr sz="2000" b="1" dirty="0">
                <a:solidFill>
                  <a:srgbClr val="17365D"/>
                </a:solidFill>
                <a:latin typeface="Aptos"/>
              </a:rPr>
              <a:t>What is the purpose of the ‘surprise meal’ scheme?</a:t>
            </a:r>
          </a:p>
        </p:txBody>
      </p:sp>
      <p:sp>
        <p:nvSpPr>
          <p:cNvPr id="14" name="demo_ans"/>
          <p:cNvSpPr txBox="1"/>
          <p:nvPr/>
        </p:nvSpPr>
        <p:spPr>
          <a:xfrm>
            <a:off x="493684" y="5577772"/>
            <a:ext cx="112014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dirty="0">
                <a:solidFill>
                  <a:srgbClr val="00B050"/>
                </a:solidFill>
                <a:latin typeface="Aptos"/>
              </a:rPr>
              <a:t>Model answer:  To keep good food out of the landfill / to reduce the amount of edible food being wasted.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Finding the reason — demo 2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7083"/>
                </a:solidFill>
                <a:latin typeface="Aptos"/>
              </a:rPr>
              <a:t>(demo — not from the examination paper)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72768"/>
            <a:ext cx="11201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B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783080"/>
            <a:ext cx="10652760" cy="2155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 dirty="0">
                <a:solidFill>
                  <a:srgbClr val="17365D"/>
                </a:solidFill>
                <a:latin typeface="Aptos"/>
              </a:rPr>
              <a:t>Every summer, the city’s Maritime Museum hosts a model-ship race for children. Families crowd the </a:t>
            </a:r>
            <a:r>
              <a:rPr sz="2400" b="0" dirty="0" err="1">
                <a:solidFill>
                  <a:srgbClr val="17365D"/>
                </a:solidFill>
                <a:latin typeface="Aptos"/>
              </a:rPr>
              <a:t>harbour</a:t>
            </a:r>
            <a:r>
              <a:rPr sz="2400" b="0" dirty="0">
                <a:solidFill>
                  <a:srgbClr val="17365D"/>
                </a:solidFill>
                <a:latin typeface="Aptos"/>
              </a:rPr>
              <a:t> wall to watch the race, which lasts only ten minutes — the real goal is to draw young visitors into the exhibition halls. Visitors who race a boat usually beg their parents for a second visit; given the museum’s modest entrance fee, few families </a:t>
            </a:r>
            <a:r>
              <a:rPr lang="en-US" sz="2400" b="0" dirty="0">
                <a:solidFill>
                  <a:srgbClr val="17365D"/>
                </a:solidFill>
                <a:latin typeface="Aptos"/>
              </a:rPr>
              <a:t>refuse</a:t>
            </a:r>
            <a:r>
              <a:rPr sz="2400" b="0" dirty="0">
                <a:solidFill>
                  <a:srgbClr val="17365D"/>
                </a:solidFill>
                <a:latin typeface="Apto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0832"/>
            <a:ext cx="11201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1" dirty="0">
                <a:solidFill>
                  <a:srgbClr val="17365D"/>
                </a:solidFill>
                <a:latin typeface="Aptos"/>
              </a:rPr>
              <a:t>Question: </a:t>
            </a:r>
            <a:r>
              <a:rPr sz="2000" b="1" dirty="0">
                <a:solidFill>
                  <a:srgbClr val="17365D"/>
                </a:solidFill>
                <a:latin typeface="Aptos"/>
              </a:rPr>
              <a:t>According to the paragraph, why do families </a:t>
            </a:r>
            <a:r>
              <a:rPr lang="en-US" sz="2000" b="1" dirty="0">
                <a:solidFill>
                  <a:srgbClr val="17365D"/>
                </a:solidFill>
                <a:latin typeface="Aptos"/>
              </a:rPr>
              <a:t>accept</a:t>
            </a:r>
            <a:r>
              <a:rPr sz="2000" b="1" dirty="0">
                <a:solidFill>
                  <a:srgbClr val="17365D"/>
                </a:solidFill>
                <a:latin typeface="Aptos"/>
              </a:rPr>
              <a:t> a second visit to the museum?</a:t>
            </a:r>
          </a:p>
        </p:txBody>
      </p:sp>
      <p:sp>
        <p:nvSpPr>
          <p:cNvPr id="14" name="demo_ans"/>
          <p:cNvSpPr txBox="1"/>
          <p:nvPr/>
        </p:nvSpPr>
        <p:spPr>
          <a:xfrm>
            <a:off x="457200" y="4619060"/>
            <a:ext cx="112014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dirty="0">
                <a:solidFill>
                  <a:srgbClr val="00B050"/>
                </a:solidFill>
                <a:latin typeface="Aptos"/>
              </a:rPr>
              <a:t>Model answer:  </a:t>
            </a:r>
            <a:r>
              <a:rPr sz="2000" b="1" dirty="0">
                <a:solidFill>
                  <a:srgbClr val="FF0000"/>
                </a:solidFill>
                <a:latin typeface="Aptos"/>
              </a:rPr>
              <a:t>Because</a:t>
            </a:r>
            <a:r>
              <a:rPr sz="2000" b="1" dirty="0">
                <a:solidFill>
                  <a:srgbClr val="00B050"/>
                </a:solidFill>
                <a:latin typeface="Aptos"/>
              </a:rPr>
              <a:t> the museum’s entrance fee </a:t>
            </a:r>
            <a:r>
              <a:rPr lang="en-US" sz="2000" b="1" u="sng" dirty="0">
                <a:solidFill>
                  <a:srgbClr val="FF0000"/>
                </a:solidFill>
                <a:latin typeface="Aptos"/>
              </a:rPr>
              <a:t>is</a:t>
            </a:r>
            <a:r>
              <a:rPr sz="2000" b="1" dirty="0">
                <a:solidFill>
                  <a:srgbClr val="00B050"/>
                </a:solidFill>
                <a:latin typeface="Aptos"/>
              </a:rPr>
              <a:t> low / modest.</a:t>
            </a:r>
            <a:r>
              <a:rPr lang="en-US" sz="2000" b="1" dirty="0">
                <a:solidFill>
                  <a:srgbClr val="00B050"/>
                </a:solidFill>
                <a:latin typeface="Aptos"/>
              </a:rPr>
              <a:t> </a:t>
            </a:r>
            <a:br>
              <a:rPr lang="en-US" sz="2000" b="1" dirty="0">
                <a:solidFill>
                  <a:srgbClr val="00B050"/>
                </a:solidFill>
                <a:latin typeface="Aptos"/>
              </a:rPr>
            </a:br>
            <a:r>
              <a:rPr lang="en-US" sz="2000" b="1" dirty="0">
                <a:solidFill>
                  <a:srgbClr val="00B050"/>
                </a:solidFill>
                <a:latin typeface="Aptos"/>
              </a:rPr>
              <a:t>                                 // </a:t>
            </a:r>
            <a:r>
              <a:rPr lang="en-US" sz="2000" b="1" dirty="0">
                <a:solidFill>
                  <a:srgbClr val="FF0000"/>
                </a:solidFill>
                <a:latin typeface="Aptos"/>
              </a:rPr>
              <a:t>Because of </a:t>
            </a:r>
            <a:r>
              <a:rPr lang="en-US" sz="2000" b="1" dirty="0">
                <a:solidFill>
                  <a:srgbClr val="00B050"/>
                </a:solidFill>
                <a:latin typeface="Aptos"/>
              </a:rPr>
              <a:t>the museum’s modest entrance fee</a:t>
            </a:r>
            <a:endParaRPr sz="2000" b="1" dirty="0">
              <a:solidFill>
                <a:srgbClr val="00B050"/>
              </a:solidFill>
              <a:latin typeface="Aptos"/>
            </a:endParaRPr>
          </a:p>
        </p:txBody>
      </p:sp>
      <p:sp>
        <p:nvSpPr>
          <p:cNvPr id="15" name="demo_clues"/>
          <p:cNvSpPr txBox="1"/>
          <p:nvPr/>
        </p:nvSpPr>
        <p:spPr>
          <a:xfrm>
            <a:off x="502920" y="5838444"/>
            <a:ext cx="11201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>
                <a:solidFill>
                  <a:srgbClr val="17365D"/>
                </a:solidFill>
                <a:latin typeface="Aptos"/>
              </a:rPr>
              <a:t>Clues: ‘given + noun’ is an easy-to-miss reason signal. Read the second half after the semicolon: ‘given the museum’s modest entrance fee, few families refuse.’  (REASON → answer gives the CAUSE)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45B7A5"/>
                </a:solidFill>
                <a:latin typeface="Aptos"/>
              </a:rPr>
              <a:t>QUESTION 1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(70%)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24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1.  What does ‘the task’ (line 23) refer to?</a:t>
            </a:r>
          </a:p>
        </p:txBody>
      </p:sp>
      <p:pic>
        <p:nvPicPr>
          <p:cNvPr id="12" name="Picture 11" descr="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63156"/>
            <a:ext cx="6355080" cy="1182528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726232" y="4443463"/>
            <a:ext cx="675730" cy="160888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78040" y="2974108"/>
            <a:ext cx="4389120" cy="2780147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1_exp"/>
          <p:cNvSpPr txBox="1"/>
          <p:nvPr/>
        </p:nvSpPr>
        <p:spPr>
          <a:xfrm>
            <a:off x="7470648" y="3098218"/>
            <a:ext cx="3986783" cy="2190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dirty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endParaRPr sz="2400" b="1" dirty="0">
              <a:solidFill>
                <a:srgbClr val="2F75B5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‘the task</a:t>
            </a:r>
            <a:r>
              <a:rPr sz="2000" b="0" dirty="0">
                <a:solidFill>
                  <a:srgbClr val="FF0000"/>
                </a:solidFill>
                <a:latin typeface="Aptos"/>
              </a:rPr>
              <a:t>’ looks back at the sentence before it</a:t>
            </a:r>
            <a:r>
              <a:rPr sz="2000" b="0" dirty="0">
                <a:solidFill>
                  <a:srgbClr val="17365D"/>
                </a:solidFill>
                <a:latin typeface="Aptos"/>
              </a:rPr>
              <a:t>.  </a:t>
            </a:r>
            <a:endParaRPr lang="en-US" sz="2000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sz="200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(1 mark · 70%)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9AC48E2-8603-38C2-55AB-B3378DBF5C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3223" y="1691798"/>
            <a:ext cx="914558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kumimoji="1" sz="3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kumimoji="1" sz="23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HK" sz="2400" dirty="0">
                <a:solidFill>
                  <a:srgbClr val="FF0000"/>
                </a:solidFill>
              </a:rPr>
              <a:t>transform(</a:t>
            </a:r>
            <a:r>
              <a:rPr lang="en-US" altLang="zh-HK" sz="2400" dirty="0" err="1">
                <a:solidFill>
                  <a:srgbClr val="FF0000"/>
                </a:solidFill>
              </a:rPr>
              <a:t>ing</a:t>
            </a:r>
            <a:r>
              <a:rPr lang="en-US" altLang="zh-HK" sz="2400" dirty="0">
                <a:solidFill>
                  <a:srgbClr val="FF0000"/>
                </a:solidFill>
              </a:rPr>
              <a:t>) a heap of clay fragments into a full-size warriors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45B7A5"/>
                </a:solidFill>
                <a:latin typeface="Aptos"/>
              </a:rPr>
              <a:t>QUESTION 2 OF 9</a:t>
            </a:r>
            <a:r>
              <a:rPr lang="en-US" sz="1000" b="1" dirty="0">
                <a:solidFill>
                  <a:srgbClr val="45B7A5"/>
                </a:solidFill>
                <a:latin typeface="Aptos"/>
              </a:rPr>
              <a:t> (47%)</a:t>
            </a:r>
            <a:endParaRPr sz="1000" b="1" dirty="0">
              <a:solidFill>
                <a:srgbClr val="45B7A5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(47%)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66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2.  According to paragraph 3, what were the farmers doing when they first discovered the terra-cotta warriors?</a:t>
            </a:r>
          </a:p>
        </p:txBody>
      </p:sp>
      <p:pic>
        <p:nvPicPr>
          <p:cNvPr id="12" name="Picture 11" descr="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429" y="3822833"/>
            <a:ext cx="6355080" cy="1045773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2314397" y="4587051"/>
            <a:ext cx="1222749" cy="160888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732520" y="5009233"/>
            <a:ext cx="2880360" cy="1045773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2_exp"/>
          <p:cNvSpPr txBox="1"/>
          <p:nvPr/>
        </p:nvSpPr>
        <p:spPr>
          <a:xfrm>
            <a:off x="8935998" y="4768690"/>
            <a:ext cx="3986783" cy="943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endParaRPr lang="en-US" sz="280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800" b="0" dirty="0">
                <a:solidFill>
                  <a:srgbClr val="17365D"/>
                </a:solidFill>
                <a:latin typeface="Aptos"/>
              </a:rPr>
              <a:t>(1 mark · 47%)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8EEE8A8-0FFB-9B2D-FDCC-114E9AD49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157" y="2227139"/>
            <a:ext cx="914558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kumimoji="1" sz="3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kumimoji="1" sz="23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HK" sz="3200" dirty="0">
                <a:solidFill>
                  <a:srgbClr val="FF0000"/>
                </a:solidFill>
              </a:rPr>
              <a:t>(they were) digging a well (for their orchard)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45B7A5"/>
                </a:solidFill>
                <a:latin typeface="Aptos"/>
              </a:rPr>
              <a:t>QUESTION 3 OF 9</a:t>
            </a:r>
            <a:r>
              <a:rPr lang="en-US" sz="1000" b="1" dirty="0">
                <a:solidFill>
                  <a:srgbClr val="45B7A5"/>
                </a:solidFill>
                <a:latin typeface="Aptos"/>
              </a:rPr>
              <a:t> </a:t>
            </a:r>
            <a:endParaRPr sz="1000" b="1" dirty="0">
              <a:solidFill>
                <a:srgbClr val="45B7A5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(37%)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24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3.  Find a word in paragraph 4 that means </a:t>
            </a:r>
            <a:r>
              <a:rPr sz="2000" b="1" dirty="0" err="1">
                <a:solidFill>
                  <a:srgbClr val="17365D"/>
                </a:solidFill>
                <a:latin typeface="Aptos"/>
              </a:rPr>
              <a:t>‘not</a:t>
            </a:r>
            <a:r>
              <a:rPr sz="2000" b="1" dirty="0">
                <a:solidFill>
                  <a:srgbClr val="17365D"/>
                </a:solidFill>
                <a:latin typeface="Aptos"/>
              </a:rPr>
              <a:t> colorful’.</a:t>
            </a:r>
          </a:p>
        </p:txBody>
      </p:sp>
      <p:pic>
        <p:nvPicPr>
          <p:cNvPr id="12" name="Picture 11" descr="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95728"/>
            <a:ext cx="6355080" cy="183701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2538531" y="2534745"/>
            <a:ext cx="1410033" cy="19859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78040" y="1778857"/>
            <a:ext cx="4389120" cy="4658519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3_exp"/>
          <p:cNvSpPr txBox="1"/>
          <p:nvPr/>
        </p:nvSpPr>
        <p:spPr>
          <a:xfrm>
            <a:off x="7434073" y="2276856"/>
            <a:ext cx="3986783" cy="2263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b="1" dirty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endParaRPr b="1" dirty="0">
              <a:solidFill>
                <a:srgbClr val="2F75B5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1600" b="0" dirty="0">
                <a:solidFill>
                  <a:srgbClr val="17365D"/>
                </a:solidFill>
                <a:latin typeface="Aptos"/>
              </a:rPr>
              <a:t>Paragraph 4 (line 33): “The monochrome figures that visitors to Xian’s terra-cotta army museum see today…” </a:t>
            </a:r>
            <a:r>
              <a:rPr sz="1600" b="0" dirty="0">
                <a:solidFill>
                  <a:srgbClr val="FF0000"/>
                </a:solidFill>
                <a:latin typeface="Aptos"/>
              </a:rPr>
              <a:t>— mono = one, chrome = </a:t>
            </a:r>
            <a:r>
              <a:rPr sz="1600" b="0" dirty="0" err="1">
                <a:solidFill>
                  <a:srgbClr val="FF0000"/>
                </a:solidFill>
                <a:latin typeface="Aptos"/>
              </a:rPr>
              <a:t>colour</a:t>
            </a:r>
            <a:r>
              <a:rPr sz="1600" b="0" dirty="0">
                <a:solidFill>
                  <a:srgbClr val="17365D"/>
                </a:solidFill>
                <a:latin typeface="Aptos"/>
              </a:rPr>
              <a:t>.  </a:t>
            </a:r>
            <a:endParaRPr lang="en-US" sz="1600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sz="160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1600" b="0" dirty="0">
                <a:solidFill>
                  <a:srgbClr val="17365D"/>
                </a:solidFill>
                <a:latin typeface="Aptos"/>
              </a:rPr>
              <a:t>(1 mark · 37%)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8096087-1688-2BB6-AA73-E6CE157F5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295" y="1692081"/>
            <a:ext cx="914558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kumimoji="1" sz="3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kumimoji="1" sz="23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HK" sz="3200" dirty="0">
                <a:solidFill>
                  <a:srgbClr val="FF0000"/>
                </a:solidFill>
              </a:rPr>
              <a:t>monochrome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4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(83%)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24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4.  According to paragraph 5, why did the colors of the warriors not survive?</a:t>
            </a:r>
          </a:p>
        </p:txBody>
      </p:sp>
      <p:pic>
        <p:nvPicPr>
          <p:cNvPr id="12" name="Picture 11" descr="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956673"/>
            <a:ext cx="6355080" cy="1936313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490193" y="4423512"/>
            <a:ext cx="2467262" cy="268104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185748" y="5396552"/>
            <a:ext cx="2363124" cy="839656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4_exp"/>
          <p:cNvSpPr txBox="1"/>
          <p:nvPr/>
        </p:nvSpPr>
        <p:spPr>
          <a:xfrm>
            <a:off x="9386916" y="5620533"/>
            <a:ext cx="3986783" cy="3954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0" dirty="0">
                <a:solidFill>
                  <a:srgbClr val="17365D"/>
                </a:solidFill>
                <a:latin typeface="Aptos"/>
              </a:rPr>
              <a:t>(1 mark · 83%)</a:t>
            </a:r>
          </a:p>
        </p:txBody>
      </p:sp>
      <p:sp>
        <p:nvSpPr>
          <p:cNvPr id="18" name="文字方塊 12">
            <a:extLst>
              <a:ext uri="{FF2B5EF4-FFF2-40B4-BE49-F238E27FC236}">
                <a16:creationId xmlns:a16="http://schemas.microsoft.com/office/drawing/2014/main" id="{2A82F9B1-6912-1891-3E51-CB3D39A01114}"/>
              </a:ext>
            </a:extLst>
          </p:cNvPr>
          <p:cNvSpPr txBox="1"/>
          <p:nvPr/>
        </p:nvSpPr>
        <p:spPr>
          <a:xfrm>
            <a:off x="411480" y="1736109"/>
            <a:ext cx="71054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Because </a:t>
            </a:r>
            <a:r>
              <a:rPr lang="en-US" sz="3200" b="1" dirty="0">
                <a:solidFill>
                  <a:srgbClr val="00B050"/>
                </a:solidFill>
              </a:rPr>
              <a:t>of</a:t>
            </a:r>
            <a:r>
              <a:rPr lang="en-US" sz="3200" b="1" dirty="0">
                <a:solidFill>
                  <a:srgbClr val="FF0000"/>
                </a:solidFill>
              </a:rPr>
              <a:t> the exposure to air //</a:t>
            </a:r>
          </a:p>
          <a:p>
            <a:r>
              <a:rPr lang="en-US" sz="3200" b="1" dirty="0">
                <a:solidFill>
                  <a:srgbClr val="FF0000"/>
                </a:solidFill>
              </a:rPr>
              <a:t>Because the </a:t>
            </a:r>
            <a:r>
              <a:rPr lang="en-US" sz="3200" b="1" dirty="0" err="1">
                <a:solidFill>
                  <a:srgbClr val="FF0000"/>
                </a:solidFill>
              </a:rPr>
              <a:t>colours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>
                <a:solidFill>
                  <a:srgbClr val="00B050"/>
                </a:solidFill>
              </a:rPr>
              <a:t>were exposed to </a:t>
            </a:r>
            <a:r>
              <a:rPr lang="en-US" sz="3200" b="1" dirty="0">
                <a:solidFill>
                  <a:srgbClr val="FF0000"/>
                </a:solidFill>
              </a:rPr>
              <a:t>air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5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(38%)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24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5.  In line 61, the writer mentions boiling an egg to show…</a:t>
            </a:r>
          </a:p>
        </p:txBody>
      </p:sp>
      <p:pic>
        <p:nvPicPr>
          <p:cNvPr id="12" name="Picture 11" descr="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816257"/>
            <a:ext cx="6355080" cy="1539121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2794635" y="5057483"/>
            <a:ext cx="1290875" cy="347543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78040" y="2803823"/>
            <a:ext cx="4389120" cy="3079741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5_exp"/>
          <p:cNvSpPr txBox="1"/>
          <p:nvPr/>
        </p:nvSpPr>
        <p:spPr>
          <a:xfrm>
            <a:off x="7434073" y="3095942"/>
            <a:ext cx="3986783" cy="253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dirty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endParaRPr sz="2000" b="1" dirty="0">
              <a:solidFill>
                <a:srgbClr val="2F75B5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b="0" dirty="0">
                <a:solidFill>
                  <a:srgbClr val="17365D"/>
                </a:solidFill>
                <a:latin typeface="Aptos"/>
              </a:rPr>
              <a:t>Lines 58–61: “…the lacquer underneath the paint begins to curl after </a:t>
            </a:r>
            <a:r>
              <a:rPr b="0" dirty="0">
                <a:solidFill>
                  <a:srgbClr val="FF0000"/>
                </a:solidFill>
                <a:latin typeface="Aptos"/>
              </a:rPr>
              <a:t>15 seconds </a:t>
            </a:r>
            <a:r>
              <a:rPr b="0" dirty="0">
                <a:solidFill>
                  <a:srgbClr val="17365D"/>
                </a:solidFill>
                <a:latin typeface="Aptos"/>
              </a:rPr>
              <a:t>and flake off </a:t>
            </a:r>
            <a:r>
              <a:rPr b="0" dirty="0">
                <a:solidFill>
                  <a:srgbClr val="FF0000"/>
                </a:solidFill>
                <a:latin typeface="Aptos"/>
              </a:rPr>
              <a:t>in just four minutes </a:t>
            </a:r>
            <a:endParaRPr lang="en-US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b="0" dirty="0">
                <a:solidFill>
                  <a:srgbClr val="17365D"/>
                </a:solidFill>
                <a:latin typeface="Aptos"/>
              </a:rPr>
              <a:t>(1 mark · 38%)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BE704FB-3FB4-66E9-CCB7-9A27728F4C86}"/>
              </a:ext>
            </a:extLst>
          </p:cNvPr>
          <p:cNvSpPr txBox="1"/>
          <p:nvPr/>
        </p:nvSpPr>
        <p:spPr>
          <a:xfrm>
            <a:off x="411480" y="1701622"/>
            <a:ext cx="85088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Vibrant pieces of history is lost </a:t>
            </a:r>
            <a:r>
              <a:rPr lang="en-US" sz="3200" b="1" u="sng" dirty="0">
                <a:solidFill>
                  <a:srgbClr val="00B050"/>
                </a:solidFill>
              </a:rPr>
              <a:t>in a short time  //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C53AF36-3578-E90D-4256-D458D8FF7022}"/>
              </a:ext>
            </a:extLst>
          </p:cNvPr>
          <p:cNvSpPr txBox="1"/>
          <p:nvPr/>
        </p:nvSpPr>
        <p:spPr>
          <a:xfrm>
            <a:off x="411480" y="2227016"/>
            <a:ext cx="54264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solidFill>
                  <a:srgbClr val="00B050"/>
                </a:solidFill>
              </a:rPr>
              <a:t>how quickly </a:t>
            </a:r>
            <a:r>
              <a:rPr lang="en-US" sz="3200" b="1" dirty="0">
                <a:solidFill>
                  <a:srgbClr val="FF0000"/>
                </a:solidFill>
              </a:rPr>
              <a:t>the paint begins </a:t>
            </a:r>
          </a:p>
          <a:p>
            <a:r>
              <a:rPr lang="en-US" sz="3200" b="1" dirty="0">
                <a:solidFill>
                  <a:srgbClr val="FF0000"/>
                </a:solidFill>
              </a:rPr>
              <a:t>to curl/flake off</a:t>
            </a:r>
            <a:endParaRPr lang="en-US" sz="3200" b="1" u="sng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6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89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17365D"/>
                </a:solidFill>
                <a:latin typeface="Aptos"/>
              </a:rPr>
              <a:t>6.  Who developed PEG (line 76)?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2770909"/>
            <a:ext cx="4389120" cy="2964873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6_exp"/>
          <p:cNvSpPr txBox="1"/>
          <p:nvPr/>
        </p:nvSpPr>
        <p:spPr>
          <a:xfrm>
            <a:off x="7470648" y="3053514"/>
            <a:ext cx="3986783" cy="2466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dirty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both groups; naming one side loses the mark.  </a:t>
            </a:r>
            <a:endParaRPr lang="en-US" sz="2000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sz="200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sz="2000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sz="200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(1 mark · 40%)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ABB78259-B260-BEA9-0A03-A5B566B22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345" y="2884345"/>
            <a:ext cx="5094160" cy="3720217"/>
          </a:xfrm>
          <a:prstGeom prst="rect">
            <a:avLst/>
          </a:prstGeom>
        </p:spPr>
      </p:pic>
      <p:sp>
        <p:nvSpPr>
          <p:cNvPr id="19" name="文字方塊 9">
            <a:extLst>
              <a:ext uri="{FF2B5EF4-FFF2-40B4-BE49-F238E27FC236}">
                <a16:creationId xmlns:a16="http://schemas.microsoft.com/office/drawing/2014/main" id="{4D0371BC-414C-AB49-B18E-227201A558F7}"/>
              </a:ext>
            </a:extLst>
          </p:cNvPr>
          <p:cNvSpPr txBox="1"/>
          <p:nvPr/>
        </p:nvSpPr>
        <p:spPr>
          <a:xfrm>
            <a:off x="536593" y="1799876"/>
            <a:ext cx="111185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Chinese researchers and (experts from) the Conservation Office in Germany</a:t>
            </a:r>
            <a:endParaRPr lang="en-US" sz="3200" b="1" u="sng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7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(74%)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24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7365D"/>
                </a:solidFill>
                <a:latin typeface="Aptos"/>
              </a:rPr>
              <a:t>7.  What is the purpose of wrapping the artifact in plastic?</a:t>
            </a:r>
          </a:p>
        </p:txBody>
      </p:sp>
      <p:pic>
        <p:nvPicPr>
          <p:cNvPr id="12" name="Picture 11" descr="q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429" y="3486414"/>
            <a:ext cx="6355080" cy="2749794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76067" y="4647438"/>
            <a:ext cx="2652023" cy="293311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78040" y="2112264"/>
            <a:ext cx="4389120" cy="3143227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q7_exp"/>
          <p:cNvSpPr txBox="1"/>
          <p:nvPr/>
        </p:nvSpPr>
        <p:spPr>
          <a:xfrm>
            <a:off x="7507225" y="2662003"/>
            <a:ext cx="3986783" cy="2226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dirty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endParaRPr sz="2000" b="1" dirty="0">
              <a:solidFill>
                <a:srgbClr val="2F75B5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b="0" dirty="0">
                <a:solidFill>
                  <a:srgbClr val="17365D"/>
                </a:solidFill>
                <a:latin typeface="Aptos"/>
              </a:rPr>
              <a:t>purpose answers start with ‘to…’ / ‘so that…’.  </a:t>
            </a:r>
            <a:endParaRPr lang="en-US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endParaRPr lang="en-US" b="0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b="0" dirty="0">
                <a:solidFill>
                  <a:srgbClr val="17365D"/>
                </a:solidFill>
                <a:latin typeface="Aptos"/>
              </a:rPr>
              <a:t>(1 mark · 74%)</a:t>
            </a:r>
          </a:p>
        </p:txBody>
      </p:sp>
      <p:sp>
        <p:nvSpPr>
          <p:cNvPr id="18" name="文字方塊 9">
            <a:extLst>
              <a:ext uri="{FF2B5EF4-FFF2-40B4-BE49-F238E27FC236}">
                <a16:creationId xmlns:a16="http://schemas.microsoft.com/office/drawing/2014/main" id="{DA1E431D-4653-FCDD-FD4A-AF846C1D2B35}"/>
              </a:ext>
            </a:extLst>
          </p:cNvPr>
          <p:cNvSpPr txBox="1"/>
          <p:nvPr/>
        </p:nvSpPr>
        <p:spPr>
          <a:xfrm>
            <a:off x="494372" y="1713795"/>
            <a:ext cx="111185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To keep in the protective moisture</a:t>
            </a:r>
            <a:endParaRPr lang="en-US" sz="3200" b="1" u="sng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8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(28%)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324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dirty="0">
                <a:solidFill>
                  <a:srgbClr val="17365D"/>
                </a:solidFill>
                <a:latin typeface="Aptos"/>
              </a:rPr>
              <a:t>8.  According to Rong Bo, why should the earth be treated like an artifact (lines 112–113)?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3749964"/>
            <a:ext cx="4133088" cy="1107396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q8_exp"/>
          <p:cNvSpPr txBox="1"/>
          <p:nvPr/>
        </p:nvSpPr>
        <p:spPr>
          <a:xfrm>
            <a:off x="7434073" y="3327916"/>
            <a:ext cx="3986783" cy="129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endParaRPr sz="2800" b="1" dirty="0">
              <a:solidFill>
                <a:srgbClr val="2F75B5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400" b="0" dirty="0">
                <a:solidFill>
                  <a:srgbClr val="17365D"/>
                </a:solidFill>
                <a:latin typeface="Aptos"/>
              </a:rPr>
              <a:t>(1 mark · 28% — hardest in this lesson)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128A38A-4552-7024-7C1A-F0A0B19AB60D}"/>
              </a:ext>
            </a:extLst>
          </p:cNvPr>
          <p:cNvSpPr txBox="1"/>
          <p:nvPr/>
        </p:nvSpPr>
        <p:spPr>
          <a:xfrm>
            <a:off x="609597" y="1826055"/>
            <a:ext cx="105320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(Because) so much </a:t>
            </a:r>
            <a:r>
              <a:rPr lang="en-US" sz="3200" b="1" dirty="0" err="1">
                <a:solidFill>
                  <a:srgbClr val="FF0000"/>
                </a:solidFill>
              </a:rPr>
              <a:t>colour</a:t>
            </a:r>
            <a:r>
              <a:rPr lang="en-US" sz="3200" b="1" dirty="0">
                <a:solidFill>
                  <a:srgbClr val="FF0000"/>
                </a:solidFill>
              </a:rPr>
              <a:t> and artistry </a:t>
            </a:r>
            <a:r>
              <a:rPr lang="en-US" sz="3200" b="1" u="sng" dirty="0">
                <a:solidFill>
                  <a:srgbClr val="00B050"/>
                </a:solidFill>
              </a:rPr>
              <a:t>is</a:t>
            </a:r>
            <a:r>
              <a:rPr lang="en-US" sz="3200" b="1" dirty="0">
                <a:solidFill>
                  <a:srgbClr val="FF0000"/>
                </a:solidFill>
              </a:rPr>
              <a:t> imprinted on the soil</a:t>
            </a:r>
            <a:endParaRPr lang="en-US" sz="3200" b="1" u="sng" dirty="0">
              <a:solidFill>
                <a:srgbClr val="00B050"/>
              </a:solidFill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64365C5-86FC-7ABE-F093-1853FFBB0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34" y="2996359"/>
            <a:ext cx="6032571" cy="3599360"/>
          </a:xfrm>
          <a:prstGeom prst="rect">
            <a:avLst/>
          </a:prstGeom>
        </p:spPr>
      </p:pic>
      <p:sp>
        <p:nvSpPr>
          <p:cNvPr id="23" name="圓角矩形 5">
            <a:extLst>
              <a:ext uri="{FF2B5EF4-FFF2-40B4-BE49-F238E27FC236}">
                <a16:creationId xmlns:a16="http://schemas.microsoft.com/office/drawing/2014/main" id="{D5F9E84E-661C-AF64-D3D2-A50881D8F948}"/>
              </a:ext>
            </a:extLst>
          </p:cNvPr>
          <p:cNvSpPr/>
          <p:nvPr/>
        </p:nvSpPr>
        <p:spPr>
          <a:xfrm>
            <a:off x="1930247" y="3141750"/>
            <a:ext cx="680774" cy="287250"/>
          </a:xfrm>
          <a:prstGeom prst="round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HK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AE56F12-0474-651D-38E7-C3DB1B1A6022}"/>
              </a:ext>
            </a:extLst>
          </p:cNvPr>
          <p:cNvSpPr txBox="1"/>
          <p:nvPr/>
        </p:nvSpPr>
        <p:spPr>
          <a:xfrm>
            <a:off x="1329782" y="2666083"/>
            <a:ext cx="3054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Because of</a:t>
            </a:r>
          </a:p>
        </p:txBody>
      </p:sp>
      <p:sp>
        <p:nvSpPr>
          <p:cNvPr id="26" name="Oval 12">
            <a:extLst>
              <a:ext uri="{FF2B5EF4-FFF2-40B4-BE49-F238E27FC236}">
                <a16:creationId xmlns:a16="http://schemas.microsoft.com/office/drawing/2014/main" id="{A04850FB-D773-F3A7-3516-A455CF7A8FD0}"/>
              </a:ext>
            </a:extLst>
          </p:cNvPr>
          <p:cNvSpPr/>
          <p:nvPr/>
        </p:nvSpPr>
        <p:spPr>
          <a:xfrm>
            <a:off x="4932218" y="4341103"/>
            <a:ext cx="1557105" cy="293311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12">
            <a:extLst>
              <a:ext uri="{FF2B5EF4-FFF2-40B4-BE49-F238E27FC236}">
                <a16:creationId xmlns:a16="http://schemas.microsoft.com/office/drawing/2014/main" id="{8F4DC52C-A7C7-5C27-CFA1-F6523FFA2AB4}"/>
              </a:ext>
            </a:extLst>
          </p:cNvPr>
          <p:cNvSpPr/>
          <p:nvPr/>
        </p:nvSpPr>
        <p:spPr>
          <a:xfrm>
            <a:off x="1053916" y="4627862"/>
            <a:ext cx="2806884" cy="369011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 animBg="1"/>
      <p:bldP spid="2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9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(4 marks)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8295"/>
            <a:ext cx="10991088" cy="2827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17365D"/>
                </a:solidFill>
                <a:latin typeface="Aptos"/>
              </a:rPr>
              <a:t>9.  Use ONE word to complete each blank.  Make sure your answers are grammatically correct, paying attention to word form, plurals, etc.</a:t>
            </a:r>
            <a:endParaRPr lang="en-US" sz="2400" b="1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0000"/>
              </a:lnSpc>
            </a:pPr>
            <a:endParaRPr sz="2400" b="1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0000"/>
              </a:lnSpc>
            </a:pPr>
            <a:endParaRPr sz="2400" b="1" dirty="0">
              <a:solidFill>
                <a:srgbClr val="17365D"/>
              </a:solidFill>
              <a:latin typeface="Aptos"/>
            </a:endParaRPr>
          </a:p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2F75B5"/>
                </a:solidFill>
                <a:latin typeface="Aptos"/>
              </a:rPr>
              <a:t>The next challenge for (</a:t>
            </a:r>
            <a:r>
              <a:rPr sz="2400" b="1" dirty="0" err="1">
                <a:solidFill>
                  <a:srgbClr val="2F75B5"/>
                </a:solidFill>
                <a:latin typeface="Aptos"/>
              </a:rPr>
              <a:t>i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) ____</a:t>
            </a:r>
            <a:r>
              <a:rPr lang="en-US" sz="2400" b="1" dirty="0">
                <a:solidFill>
                  <a:srgbClr val="2F75B5"/>
                </a:solidFill>
                <a:latin typeface="Aptos"/>
              </a:rPr>
              <a:t>___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____ is to (ii) _____</a:t>
            </a:r>
            <a:r>
              <a:rPr lang="en-US" sz="2400" b="1" dirty="0">
                <a:solidFill>
                  <a:srgbClr val="2F75B5"/>
                </a:solidFill>
                <a:latin typeface="Aptos"/>
              </a:rPr>
              <a:t>_____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___ a procedure for </a:t>
            </a:r>
            <a:br>
              <a:rPr lang="en-US" sz="2400" b="1" dirty="0">
                <a:solidFill>
                  <a:srgbClr val="2F75B5"/>
                </a:solidFill>
                <a:latin typeface="Aptos"/>
              </a:rPr>
            </a:br>
            <a:r>
              <a:rPr sz="2400" b="1" dirty="0">
                <a:solidFill>
                  <a:srgbClr val="2F75B5"/>
                </a:solidFill>
                <a:latin typeface="Aptos"/>
              </a:rPr>
              <a:t>(iii) _</a:t>
            </a:r>
            <a:r>
              <a:rPr lang="en-US" sz="2400" b="1" dirty="0">
                <a:solidFill>
                  <a:srgbClr val="2F75B5"/>
                </a:solidFill>
                <a:latin typeface="Aptos"/>
              </a:rPr>
              <a:t>______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_______ color to the warriors now that a (iv) __</a:t>
            </a:r>
            <a:r>
              <a:rPr lang="en-US" sz="2400" b="1" dirty="0">
                <a:solidFill>
                  <a:srgbClr val="2F75B5"/>
                </a:solidFill>
                <a:latin typeface="Aptos"/>
              </a:rPr>
              <a:t>____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_</a:t>
            </a:r>
            <a:r>
              <a:rPr lang="en-US" sz="2400" b="1" dirty="0">
                <a:solidFill>
                  <a:srgbClr val="2F75B5"/>
                </a:solidFill>
                <a:latin typeface="Aptos"/>
              </a:rPr>
              <a:t>___    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___</a:t>
            </a:r>
            <a:r>
              <a:rPr lang="en-US" sz="2400" b="1" dirty="0">
                <a:solidFill>
                  <a:srgbClr val="2F75B5"/>
                </a:solidFill>
                <a:latin typeface="Aptos"/>
              </a:rPr>
              <a:t>____</a:t>
            </a:r>
            <a:r>
              <a:rPr sz="2400" b="1" dirty="0">
                <a:solidFill>
                  <a:srgbClr val="2F75B5"/>
                </a:solidFill>
                <a:latin typeface="Aptos"/>
              </a:rPr>
              <a:t>__ has been developed to hold together the soil.</a:t>
            </a:r>
          </a:p>
        </p:txBody>
      </p:sp>
      <p:pic>
        <p:nvPicPr>
          <p:cNvPr id="12" name="Picture 11" descr="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607" y="4396344"/>
            <a:ext cx="6355080" cy="185356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1782837" y="4722924"/>
            <a:ext cx="909129" cy="238315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41310" y="5040678"/>
            <a:ext cx="1279842" cy="203009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365386" y="5552615"/>
            <a:ext cx="397192" cy="21183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63" y="5861542"/>
            <a:ext cx="1933003" cy="238315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34073" y="5670052"/>
            <a:ext cx="4389120" cy="579857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q9_exp"/>
          <p:cNvSpPr txBox="1"/>
          <p:nvPr/>
        </p:nvSpPr>
        <p:spPr>
          <a:xfrm>
            <a:off x="7702297" y="5373875"/>
            <a:ext cx="3986783" cy="743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endParaRPr sz="2400" b="1" dirty="0">
              <a:solidFill>
                <a:srgbClr val="2F75B5"/>
              </a:solidFill>
              <a:latin typeface="Aptos"/>
            </a:endParaRPr>
          </a:p>
          <a:p>
            <a:pPr algn="l">
              <a:lnSpc>
                <a:spcPct val="112000"/>
              </a:lnSpc>
            </a:pPr>
            <a:r>
              <a:rPr sz="2000" b="0" dirty="0">
                <a:solidFill>
                  <a:srgbClr val="17365D"/>
                </a:solidFill>
                <a:latin typeface="Aptos"/>
              </a:rPr>
              <a:t>(</a:t>
            </a:r>
            <a:r>
              <a:rPr sz="2000" b="0" dirty="0" err="1">
                <a:solidFill>
                  <a:srgbClr val="17365D"/>
                </a:solidFill>
                <a:latin typeface="Aptos"/>
              </a:rPr>
              <a:t>i</a:t>
            </a:r>
            <a:r>
              <a:rPr sz="2000" b="0" dirty="0">
                <a:solidFill>
                  <a:srgbClr val="17365D"/>
                </a:solidFill>
                <a:latin typeface="Aptos"/>
              </a:rPr>
              <a:t>) 47% · (ii) 62% · (iii) 63% · (iv) 63%</a:t>
            </a:r>
          </a:p>
        </p:txBody>
      </p:sp>
      <p:sp>
        <p:nvSpPr>
          <p:cNvPr id="22" name="文字方塊 16">
            <a:extLst>
              <a:ext uri="{FF2B5EF4-FFF2-40B4-BE49-F238E27FC236}">
                <a16:creationId xmlns:a16="http://schemas.microsoft.com/office/drawing/2014/main" id="{D55939D1-9B67-75C5-12B1-4C2C0B4F43B6}"/>
              </a:ext>
            </a:extLst>
          </p:cNvPr>
          <p:cNvSpPr txBox="1"/>
          <p:nvPr/>
        </p:nvSpPr>
        <p:spPr>
          <a:xfrm>
            <a:off x="1062205" y="2443842"/>
            <a:ext cx="4458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Rong/chemists/researchers/experts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Scientists/preservationists/preservation</a:t>
            </a:r>
          </a:p>
        </p:txBody>
      </p:sp>
      <p:sp>
        <p:nvSpPr>
          <p:cNvPr id="23" name="文字方塊 16">
            <a:extLst>
              <a:ext uri="{FF2B5EF4-FFF2-40B4-BE49-F238E27FC236}">
                <a16:creationId xmlns:a16="http://schemas.microsoft.com/office/drawing/2014/main" id="{57514344-6159-ABA6-A4AB-6878650BBF9A}"/>
              </a:ext>
            </a:extLst>
          </p:cNvPr>
          <p:cNvSpPr txBox="1"/>
          <p:nvPr/>
        </p:nvSpPr>
        <p:spPr>
          <a:xfrm>
            <a:off x="6533098" y="2376930"/>
            <a:ext cx="23383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find/create/develop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/discover/invent</a:t>
            </a:r>
            <a:endParaRPr lang="en-US" sz="2000" b="1" u="sng" dirty="0">
              <a:solidFill>
                <a:srgbClr val="00B050"/>
              </a:solidFill>
            </a:endParaRPr>
          </a:p>
        </p:txBody>
      </p:sp>
      <p:sp>
        <p:nvSpPr>
          <p:cNvPr id="24" name="文字方塊 16">
            <a:extLst>
              <a:ext uri="{FF2B5EF4-FFF2-40B4-BE49-F238E27FC236}">
                <a16:creationId xmlns:a16="http://schemas.microsoft.com/office/drawing/2014/main" id="{6A849D5C-C9D5-94F5-7722-1BC9F959C6B6}"/>
              </a:ext>
            </a:extLst>
          </p:cNvPr>
          <p:cNvSpPr txBox="1"/>
          <p:nvPr/>
        </p:nvSpPr>
        <p:spPr>
          <a:xfrm>
            <a:off x="846085" y="3194163"/>
            <a:ext cx="2060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(re)applying</a:t>
            </a:r>
            <a:endParaRPr lang="en-US" sz="2800" b="1" u="sng" dirty="0">
              <a:solidFill>
                <a:srgbClr val="00B050"/>
              </a:solidFill>
            </a:endParaRPr>
          </a:p>
        </p:txBody>
      </p:sp>
      <p:sp>
        <p:nvSpPr>
          <p:cNvPr id="25" name="文字方塊 16">
            <a:extLst>
              <a:ext uri="{FF2B5EF4-FFF2-40B4-BE49-F238E27FC236}">
                <a16:creationId xmlns:a16="http://schemas.microsoft.com/office/drawing/2014/main" id="{89E72871-8EA6-7089-6170-F71785CBD621}"/>
              </a:ext>
            </a:extLst>
          </p:cNvPr>
          <p:cNvSpPr txBox="1"/>
          <p:nvPr/>
        </p:nvSpPr>
        <p:spPr>
          <a:xfrm>
            <a:off x="7978907" y="3212832"/>
            <a:ext cx="2466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binding    agent</a:t>
            </a:r>
            <a:endParaRPr lang="en-US" sz="2800" b="1" u="sng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1932</Words>
  <Application>Microsoft Office PowerPoint</Application>
  <PresentationFormat>寬螢幕</PresentationFormat>
  <Paragraphs>213</Paragraphs>
  <Slides>14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Miu Sau Wai</dc:creator>
  <cp:keywords/>
  <dc:description>generated using python-pptx</dc:description>
  <cp:lastModifiedBy>Helen Miu</cp:lastModifiedBy>
  <cp:revision>2</cp:revision>
  <dcterms:created xsi:type="dcterms:W3CDTF">2013-01-27T09:14:16Z</dcterms:created>
  <dcterms:modified xsi:type="dcterms:W3CDTF">2026-09-23T00:49:07Z</dcterms:modified>
  <cp:category/>
</cp:coreProperties>
</file>